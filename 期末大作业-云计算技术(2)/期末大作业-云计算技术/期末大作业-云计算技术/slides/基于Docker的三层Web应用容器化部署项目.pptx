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300" r:id="rId4"/>
    <p:sldId id="264" r:id="rId5"/>
    <p:sldId id="291" r:id="rId6"/>
    <p:sldId id="293" r:id="rId7"/>
    <p:sldId id="272" r:id="rId8"/>
    <p:sldId id="295" r:id="rId9"/>
    <p:sldId id="305" r:id="rId10"/>
    <p:sldId id="276" r:id="rId11"/>
    <p:sldId id="297" r:id="rId12"/>
    <p:sldId id="303" r:id="rId13"/>
    <p:sldId id="304" r:id="rId14"/>
    <p:sldId id="284" r:id="rId15"/>
    <p:sldId id="288" r:id="rId16"/>
    <p:sldId id="306" r:id="rId17"/>
    <p:sldId id="289" r:id="rId1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chuying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2" Type="http://schemas.openxmlformats.org/officeDocument/2006/relationships/tags" Target="../tags/tag127.xml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2" Type="http://schemas.openxmlformats.org/officeDocument/2006/relationships/tags" Target="../tags/tag138.xml"/><Relationship Id="rId11" Type="http://schemas.openxmlformats.org/officeDocument/2006/relationships/tags" Target="../tags/tag137.xml"/><Relationship Id="rId10" Type="http://schemas.openxmlformats.org/officeDocument/2006/relationships/tags" Target="../tags/tag136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46.xml"/><Relationship Id="rId8" Type="http://schemas.openxmlformats.org/officeDocument/2006/relationships/tags" Target="../tags/tag145.xml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2" Type="http://schemas.openxmlformats.org/officeDocument/2006/relationships/tags" Target="../tags/tag149.xml"/><Relationship Id="rId11" Type="http://schemas.openxmlformats.org/officeDocument/2006/relationships/tags" Target="../tags/tag148.xml"/><Relationship Id="rId10" Type="http://schemas.openxmlformats.org/officeDocument/2006/relationships/tags" Target="../tags/tag147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2" Type="http://schemas.openxmlformats.org/officeDocument/2006/relationships/tags" Target="../tags/tag160.xml"/><Relationship Id="rId11" Type="http://schemas.openxmlformats.org/officeDocument/2006/relationships/tags" Target="../tags/tag159.xml"/><Relationship Id="rId10" Type="http://schemas.openxmlformats.org/officeDocument/2006/relationships/tags" Target="../tags/tag158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4" Type="http://schemas.openxmlformats.org/officeDocument/2006/relationships/tags" Target="../tags/tag173.xml"/><Relationship Id="rId13" Type="http://schemas.openxmlformats.org/officeDocument/2006/relationships/tags" Target="../tags/tag172.xml"/><Relationship Id="rId12" Type="http://schemas.openxmlformats.org/officeDocument/2006/relationships/tags" Target="../tags/tag171.xml"/><Relationship Id="rId11" Type="http://schemas.openxmlformats.org/officeDocument/2006/relationships/tags" Target="../tags/tag170.xml"/><Relationship Id="rId10" Type="http://schemas.openxmlformats.org/officeDocument/2006/relationships/tags" Target="../tags/tag169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tags" Target="../tags/tag180.xml"/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1" Type="http://schemas.openxmlformats.org/officeDocument/2006/relationships/tags" Target="../tags/tag183.xml"/><Relationship Id="rId10" Type="http://schemas.openxmlformats.org/officeDocument/2006/relationships/tags" Target="../tags/tag182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91.xml"/><Relationship Id="rId8" Type="http://schemas.openxmlformats.org/officeDocument/2006/relationships/tags" Target="../tags/tag190.xml"/><Relationship Id="rId7" Type="http://schemas.openxmlformats.org/officeDocument/2006/relationships/tags" Target="../tags/tag189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1" Type="http://schemas.openxmlformats.org/officeDocument/2006/relationships/tags" Target="../tags/tag193.xml"/><Relationship Id="rId10" Type="http://schemas.openxmlformats.org/officeDocument/2006/relationships/tags" Target="../tags/tag192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201.xml"/><Relationship Id="rId8" Type="http://schemas.openxmlformats.org/officeDocument/2006/relationships/tags" Target="../tags/tag200.xml"/><Relationship Id="rId7" Type="http://schemas.openxmlformats.org/officeDocument/2006/relationships/tags" Target="../tags/tag199.xml"/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5" Type="http://schemas.openxmlformats.org/officeDocument/2006/relationships/tags" Target="../tags/tag207.xml"/><Relationship Id="rId14" Type="http://schemas.openxmlformats.org/officeDocument/2006/relationships/tags" Target="../tags/tag206.xml"/><Relationship Id="rId13" Type="http://schemas.openxmlformats.org/officeDocument/2006/relationships/tags" Target="../tags/tag205.xml"/><Relationship Id="rId12" Type="http://schemas.openxmlformats.org/officeDocument/2006/relationships/tags" Target="../tags/tag204.xml"/><Relationship Id="rId11" Type="http://schemas.openxmlformats.org/officeDocument/2006/relationships/tags" Target="../tags/tag203.xml"/><Relationship Id="rId10" Type="http://schemas.openxmlformats.org/officeDocument/2006/relationships/tags" Target="../tags/tag202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7" Type="http://schemas.openxmlformats.org/officeDocument/2006/relationships/tags" Target="../tags/tag220.xml"/><Relationship Id="rId6" Type="http://schemas.openxmlformats.org/officeDocument/2006/relationships/tags" Target="../tags/tag219.xml"/><Relationship Id="rId5" Type="http://schemas.openxmlformats.org/officeDocument/2006/relationships/tags" Target="../tags/tag218.xml"/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28.xml"/><Relationship Id="rId8" Type="http://schemas.openxmlformats.org/officeDocument/2006/relationships/tags" Target="../tags/tag227.xml"/><Relationship Id="rId7" Type="http://schemas.openxmlformats.org/officeDocument/2006/relationships/tags" Target="../tags/tag226.xml"/><Relationship Id="rId6" Type="http://schemas.openxmlformats.org/officeDocument/2006/relationships/tags" Target="../tags/tag225.xml"/><Relationship Id="rId5" Type="http://schemas.openxmlformats.org/officeDocument/2006/relationships/tags" Target="../tags/tag224.xml"/><Relationship Id="rId4" Type="http://schemas.openxmlformats.org/officeDocument/2006/relationships/tags" Target="../tags/tag223.xml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4" Type="http://schemas.openxmlformats.org/officeDocument/2006/relationships/tags" Target="../tags/tag235.xml"/><Relationship Id="rId3" Type="http://schemas.openxmlformats.org/officeDocument/2006/relationships/tags" Target="../tags/tag234.xml"/><Relationship Id="rId2" Type="http://schemas.openxmlformats.org/officeDocument/2006/relationships/tags" Target="../tags/tag233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6" Type="http://schemas.openxmlformats.org/officeDocument/2006/relationships/tags" Target="../tags/tag244.xml"/><Relationship Id="rId5" Type="http://schemas.openxmlformats.org/officeDocument/2006/relationships/tags" Target="../tags/tag243.xml"/><Relationship Id="rId4" Type="http://schemas.openxmlformats.org/officeDocument/2006/relationships/tags" Target="../tags/tag242.xml"/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6" Type="http://schemas.openxmlformats.org/officeDocument/2006/relationships/tags" Target="../tags/tag248.xml"/><Relationship Id="rId5" Type="http://schemas.openxmlformats.org/officeDocument/2006/relationships/tags" Target="../tags/tag247.xml"/><Relationship Id="rId4" Type="http://schemas.openxmlformats.org/officeDocument/2006/relationships/tags" Target="../tags/tag246.xml"/><Relationship Id="rId3" Type="http://schemas.openxmlformats.org/officeDocument/2006/relationships/image" Target="../media/image1.png"/><Relationship Id="rId2" Type="http://schemas.openxmlformats.org/officeDocument/2006/relationships/tags" Target="../tags/tag245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5" Type="http://schemas.openxmlformats.org/officeDocument/2006/relationships/tags" Target="../tags/tag251.xml"/><Relationship Id="rId4" Type="http://schemas.openxmlformats.org/officeDocument/2006/relationships/tags" Target="../tags/tag250.xml"/><Relationship Id="rId3" Type="http://schemas.openxmlformats.org/officeDocument/2006/relationships/image" Target="../media/image1.png"/><Relationship Id="rId2" Type="http://schemas.openxmlformats.org/officeDocument/2006/relationships/tags" Target="../tags/tag249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5" Type="http://schemas.openxmlformats.org/officeDocument/2006/relationships/tags" Target="../tags/tag254.xml"/><Relationship Id="rId4" Type="http://schemas.openxmlformats.org/officeDocument/2006/relationships/tags" Target="../tags/tag253.xml"/><Relationship Id="rId3" Type="http://schemas.openxmlformats.org/officeDocument/2006/relationships/image" Target="../media/image1.png"/><Relationship Id="rId2" Type="http://schemas.openxmlformats.org/officeDocument/2006/relationships/tags" Target="../tags/tag252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262.xml"/><Relationship Id="rId8" Type="http://schemas.openxmlformats.org/officeDocument/2006/relationships/tags" Target="../tags/tag261.xml"/><Relationship Id="rId7" Type="http://schemas.openxmlformats.org/officeDocument/2006/relationships/tags" Target="../tags/tag260.xml"/><Relationship Id="rId6" Type="http://schemas.openxmlformats.org/officeDocument/2006/relationships/tags" Target="../tags/tag259.xml"/><Relationship Id="rId5" Type="http://schemas.openxmlformats.org/officeDocument/2006/relationships/tags" Target="../tags/tag258.xml"/><Relationship Id="rId4" Type="http://schemas.openxmlformats.org/officeDocument/2006/relationships/tags" Target="../tags/tag257.xml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5" Type="http://schemas.openxmlformats.org/officeDocument/2006/relationships/tags" Target="../tags/tag268.xml"/><Relationship Id="rId14" Type="http://schemas.openxmlformats.org/officeDocument/2006/relationships/tags" Target="../tags/tag267.xml"/><Relationship Id="rId13" Type="http://schemas.openxmlformats.org/officeDocument/2006/relationships/tags" Target="../tags/tag266.xml"/><Relationship Id="rId12" Type="http://schemas.openxmlformats.org/officeDocument/2006/relationships/tags" Target="../tags/tag265.xml"/><Relationship Id="rId11" Type="http://schemas.openxmlformats.org/officeDocument/2006/relationships/tags" Target="../tags/tag264.xml"/><Relationship Id="rId10" Type="http://schemas.openxmlformats.org/officeDocument/2006/relationships/tags" Target="../tags/tag263.xml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276.xml"/><Relationship Id="rId8" Type="http://schemas.openxmlformats.org/officeDocument/2006/relationships/tags" Target="../tags/tag275.xml"/><Relationship Id="rId7" Type="http://schemas.openxmlformats.org/officeDocument/2006/relationships/tags" Target="../tags/tag274.xml"/><Relationship Id="rId6" Type="http://schemas.openxmlformats.org/officeDocument/2006/relationships/tags" Target="../tags/tag273.xml"/><Relationship Id="rId5" Type="http://schemas.openxmlformats.org/officeDocument/2006/relationships/tags" Target="../tags/tag272.xml"/><Relationship Id="rId4" Type="http://schemas.openxmlformats.org/officeDocument/2006/relationships/tags" Target="../tags/tag271.xml"/><Relationship Id="rId3" Type="http://schemas.openxmlformats.org/officeDocument/2006/relationships/tags" Target="../tags/tag270.xml"/><Relationship Id="rId2" Type="http://schemas.openxmlformats.org/officeDocument/2006/relationships/tags" Target="../tags/tag269.xml"/><Relationship Id="rId11" Type="http://schemas.openxmlformats.org/officeDocument/2006/relationships/tags" Target="../tags/tag278.xml"/><Relationship Id="rId10" Type="http://schemas.openxmlformats.org/officeDocument/2006/relationships/tags" Target="../tags/tag277.xml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tags" Target="../tags/tag285.xml"/><Relationship Id="rId7" Type="http://schemas.openxmlformats.org/officeDocument/2006/relationships/tags" Target="../tags/tag284.xml"/><Relationship Id="rId6" Type="http://schemas.openxmlformats.org/officeDocument/2006/relationships/tags" Target="../tags/tag283.xml"/><Relationship Id="rId5" Type="http://schemas.openxmlformats.org/officeDocument/2006/relationships/tags" Target="../tags/tag282.xml"/><Relationship Id="rId4" Type="http://schemas.openxmlformats.org/officeDocument/2006/relationships/tags" Target="../tags/tag281.xml"/><Relationship Id="rId3" Type="http://schemas.openxmlformats.org/officeDocument/2006/relationships/tags" Target="../tags/tag280.xml"/><Relationship Id="rId2" Type="http://schemas.openxmlformats.org/officeDocument/2006/relationships/tags" Target="../tags/tag279.xml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293.xml"/><Relationship Id="rId8" Type="http://schemas.openxmlformats.org/officeDocument/2006/relationships/tags" Target="../tags/tag292.xml"/><Relationship Id="rId7" Type="http://schemas.openxmlformats.org/officeDocument/2006/relationships/tags" Target="../tags/tag291.xml"/><Relationship Id="rId6" Type="http://schemas.openxmlformats.org/officeDocument/2006/relationships/tags" Target="../tags/tag290.xml"/><Relationship Id="rId5" Type="http://schemas.openxmlformats.org/officeDocument/2006/relationships/tags" Target="../tags/tag289.xml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8" Type="http://schemas.openxmlformats.org/officeDocument/2006/relationships/tags" Target="../tags/tag302.xml"/><Relationship Id="rId17" Type="http://schemas.openxmlformats.org/officeDocument/2006/relationships/tags" Target="../tags/tag301.xml"/><Relationship Id="rId16" Type="http://schemas.openxmlformats.org/officeDocument/2006/relationships/tags" Target="../tags/tag300.xml"/><Relationship Id="rId15" Type="http://schemas.openxmlformats.org/officeDocument/2006/relationships/tags" Target="../tags/tag299.xml"/><Relationship Id="rId14" Type="http://schemas.openxmlformats.org/officeDocument/2006/relationships/tags" Target="../tags/tag298.xml"/><Relationship Id="rId13" Type="http://schemas.openxmlformats.org/officeDocument/2006/relationships/tags" Target="../tags/tag297.xml"/><Relationship Id="rId12" Type="http://schemas.openxmlformats.org/officeDocument/2006/relationships/tags" Target="../tags/tag296.xml"/><Relationship Id="rId11" Type="http://schemas.openxmlformats.org/officeDocument/2006/relationships/tags" Target="../tags/tag295.xml"/><Relationship Id="rId10" Type="http://schemas.openxmlformats.org/officeDocument/2006/relationships/tags" Target="../tags/tag294.xml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310.xml"/><Relationship Id="rId8" Type="http://schemas.openxmlformats.org/officeDocument/2006/relationships/tags" Target="../tags/tag309.xml"/><Relationship Id="rId7" Type="http://schemas.openxmlformats.org/officeDocument/2006/relationships/tags" Target="../tags/tag308.xml"/><Relationship Id="rId6" Type="http://schemas.openxmlformats.org/officeDocument/2006/relationships/tags" Target="../tags/tag307.xml"/><Relationship Id="rId5" Type="http://schemas.openxmlformats.org/officeDocument/2006/relationships/tags" Target="../tags/tag306.xml"/><Relationship Id="rId4" Type="http://schemas.openxmlformats.org/officeDocument/2006/relationships/tags" Target="../tags/tag305.xml"/><Relationship Id="rId3" Type="http://schemas.openxmlformats.org/officeDocument/2006/relationships/tags" Target="../tags/tag304.xml"/><Relationship Id="rId22" Type="http://schemas.openxmlformats.org/officeDocument/2006/relationships/tags" Target="../tags/tag323.xml"/><Relationship Id="rId21" Type="http://schemas.openxmlformats.org/officeDocument/2006/relationships/tags" Target="../tags/tag322.xml"/><Relationship Id="rId20" Type="http://schemas.openxmlformats.org/officeDocument/2006/relationships/tags" Target="../tags/tag321.xml"/><Relationship Id="rId2" Type="http://schemas.openxmlformats.org/officeDocument/2006/relationships/tags" Target="../tags/tag303.xml"/><Relationship Id="rId19" Type="http://schemas.openxmlformats.org/officeDocument/2006/relationships/tags" Target="../tags/tag320.xml"/><Relationship Id="rId18" Type="http://schemas.openxmlformats.org/officeDocument/2006/relationships/tags" Target="../tags/tag319.xml"/><Relationship Id="rId17" Type="http://schemas.openxmlformats.org/officeDocument/2006/relationships/tags" Target="../tags/tag318.xml"/><Relationship Id="rId16" Type="http://schemas.openxmlformats.org/officeDocument/2006/relationships/tags" Target="../tags/tag317.xml"/><Relationship Id="rId15" Type="http://schemas.openxmlformats.org/officeDocument/2006/relationships/tags" Target="../tags/tag316.xml"/><Relationship Id="rId14" Type="http://schemas.openxmlformats.org/officeDocument/2006/relationships/tags" Target="../tags/tag315.xml"/><Relationship Id="rId13" Type="http://schemas.openxmlformats.org/officeDocument/2006/relationships/tags" Target="../tags/tag314.xml"/><Relationship Id="rId12" Type="http://schemas.openxmlformats.org/officeDocument/2006/relationships/tags" Target="../tags/tag313.xml"/><Relationship Id="rId11" Type="http://schemas.openxmlformats.org/officeDocument/2006/relationships/tags" Target="../tags/tag312.xml"/><Relationship Id="rId10" Type="http://schemas.openxmlformats.org/officeDocument/2006/relationships/tags" Target="../tags/tag311.xml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331.xml"/><Relationship Id="rId8" Type="http://schemas.openxmlformats.org/officeDocument/2006/relationships/tags" Target="../tags/tag330.xml"/><Relationship Id="rId7" Type="http://schemas.openxmlformats.org/officeDocument/2006/relationships/tags" Target="../tags/tag329.xml"/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6" Type="http://schemas.openxmlformats.org/officeDocument/2006/relationships/tags" Target="../tags/tag348.xml"/><Relationship Id="rId25" Type="http://schemas.openxmlformats.org/officeDocument/2006/relationships/tags" Target="../tags/tag347.xml"/><Relationship Id="rId24" Type="http://schemas.openxmlformats.org/officeDocument/2006/relationships/tags" Target="../tags/tag346.xml"/><Relationship Id="rId23" Type="http://schemas.openxmlformats.org/officeDocument/2006/relationships/tags" Target="../tags/tag345.xml"/><Relationship Id="rId22" Type="http://schemas.openxmlformats.org/officeDocument/2006/relationships/tags" Target="../tags/tag344.xml"/><Relationship Id="rId21" Type="http://schemas.openxmlformats.org/officeDocument/2006/relationships/tags" Target="../tags/tag343.xml"/><Relationship Id="rId20" Type="http://schemas.openxmlformats.org/officeDocument/2006/relationships/tags" Target="../tags/tag342.xml"/><Relationship Id="rId2" Type="http://schemas.openxmlformats.org/officeDocument/2006/relationships/tags" Target="../tags/tag324.xml"/><Relationship Id="rId19" Type="http://schemas.openxmlformats.org/officeDocument/2006/relationships/tags" Target="../tags/tag341.xml"/><Relationship Id="rId18" Type="http://schemas.openxmlformats.org/officeDocument/2006/relationships/tags" Target="../tags/tag340.xml"/><Relationship Id="rId17" Type="http://schemas.openxmlformats.org/officeDocument/2006/relationships/tags" Target="../tags/tag339.xml"/><Relationship Id="rId16" Type="http://schemas.openxmlformats.org/officeDocument/2006/relationships/tags" Target="../tags/tag338.xml"/><Relationship Id="rId15" Type="http://schemas.openxmlformats.org/officeDocument/2006/relationships/tags" Target="../tags/tag337.xml"/><Relationship Id="rId14" Type="http://schemas.openxmlformats.org/officeDocument/2006/relationships/tags" Target="../tags/tag336.xml"/><Relationship Id="rId13" Type="http://schemas.openxmlformats.org/officeDocument/2006/relationships/tags" Target="../tags/tag335.xml"/><Relationship Id="rId12" Type="http://schemas.openxmlformats.org/officeDocument/2006/relationships/tags" Target="../tags/tag334.xml"/><Relationship Id="rId11" Type="http://schemas.openxmlformats.org/officeDocument/2006/relationships/tags" Target="../tags/tag333.xml"/><Relationship Id="rId10" Type="http://schemas.openxmlformats.org/officeDocument/2006/relationships/tags" Target="../tags/tag33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默认位置-并列-27_20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914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5" hasCustomPrompt="1"/>
            <p:custDataLst>
              <p:tags r:id="rId3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781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574800" y="18288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574800" y="22860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609600" y="36576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781050" y="38608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1574800" y="35052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1574800" y="39624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609600" y="5334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81050" y="5537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574800" y="51816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574800" y="56388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5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3"/>
            </p:custDataLst>
          </p:nvPr>
        </p:nvSpPr>
        <p:spPr>
          <a:xfrm>
            <a:off x="622300" y="2082800"/>
            <a:ext cx="1498600" cy="1270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10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3733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2926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4483100" y="2082800"/>
            <a:ext cx="1498600" cy="1270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10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470400" y="3733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4470400" y="42926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343900" y="2082800"/>
            <a:ext cx="1498600" cy="1270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10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8331200" y="3733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3" hasCustomPrompt="1"/>
            <p:custDataLst>
              <p:tags r:id="rId11"/>
            </p:custDataLst>
          </p:nvPr>
        </p:nvSpPr>
        <p:spPr>
          <a:xfrm>
            <a:off x="8331200" y="42926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图片占位符 8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4013200"/>
            <a:ext cx="10972800" cy="2235200"/>
          </a:xfrm>
          <a:custGeom>
            <a:avLst/>
            <a:gdLst>
              <a:gd name="connisteX0" fmla="*/ 0 w 10972800"/>
              <a:gd name="connsiteY0" fmla="*/ 203200 h 2235200"/>
              <a:gd name="connisteX1" fmla="*/ 203200 w 10972800"/>
              <a:gd name="connsiteY1" fmla="*/ 0 h 2235200"/>
              <a:gd name="connisteX2" fmla="*/ 10769600 w 10972800"/>
              <a:gd name="connsiteY2" fmla="*/ 0 h 2235200"/>
              <a:gd name="connisteX3" fmla="*/ 10972800 w 10972800"/>
              <a:gd name="connsiteY3" fmla="*/ 203200 h 2235200"/>
              <a:gd name="connisteX4" fmla="*/ 10972800 w 10972800"/>
              <a:gd name="connsiteY4" fmla="*/ 2032000 h 2235200"/>
              <a:gd name="connisteX5" fmla="*/ 10769600 w 10972800"/>
              <a:gd name="connsiteY5" fmla="*/ 2235200 h 2235200"/>
              <a:gd name="connisteX6" fmla="*/ 203200 w 10972800"/>
              <a:gd name="connsiteY6" fmla="*/ 2235200 h 2235200"/>
              <a:gd name="connisteX7" fmla="*/ 0 w 10972800"/>
              <a:gd name="connsiteY7" fmla="*/ 2032000 h 2235200"/>
              <a:gd name="connisteX8" fmla="*/ 0 w 10972800"/>
              <a:gd name="connsiteY8" fmla="*/ 203200 h 223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0320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4704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6228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622800" y="20320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83312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4836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483600" y="20320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图片占位符 8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914400" y="1828800"/>
            <a:ext cx="28448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96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673600" y="1828800"/>
            <a:ext cx="28448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396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432800" y="1828800"/>
            <a:ext cx="28448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396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53200" y="20828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553200" y="31496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53200" y="37084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6553200" y="4775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438400 h 2641600"/>
              <a:gd name="connisteX5" fmla="*/ 3251200 w 3454400"/>
              <a:gd name="connsiteY5" fmla="*/ 2641600 h 2641600"/>
              <a:gd name="connisteX6" fmla="*/ 203200 w 3454400"/>
              <a:gd name="connsiteY6" fmla="*/ 2641600 h 2641600"/>
              <a:gd name="connisteX7" fmla="*/ 0 w 3454400"/>
              <a:gd name="connsiteY7" fmla="*/ 2438400 h 2641600"/>
              <a:gd name="connisteX8" fmla="*/ 0 w 3454400"/>
              <a:gd name="connsiteY8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438400"/>
                </a:lnTo>
                <a:cubicBezTo>
                  <a:pt x="3454400" y="2550624"/>
                  <a:pt x="3363424" y="2641600"/>
                  <a:pt x="32512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47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029200"/>
            <a:ext cx="345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438400 h 2641600"/>
              <a:gd name="connisteX5" fmla="*/ 3251200 w 3454400"/>
              <a:gd name="connsiteY5" fmla="*/ 2641600 h 2641600"/>
              <a:gd name="connisteX6" fmla="*/ 203200 w 3454400"/>
              <a:gd name="connsiteY6" fmla="*/ 2641600 h 2641600"/>
              <a:gd name="connisteX7" fmla="*/ 0 w 3454400"/>
              <a:gd name="connsiteY7" fmla="*/ 2438400 h 2641600"/>
              <a:gd name="connisteX8" fmla="*/ 0 w 3454400"/>
              <a:gd name="connsiteY8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438400"/>
                </a:lnTo>
                <a:cubicBezTo>
                  <a:pt x="3454400" y="2550624"/>
                  <a:pt x="3363424" y="2641600"/>
                  <a:pt x="32512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368800" y="447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368800" y="5029200"/>
            <a:ext cx="345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内容占位符 14"/>
          <p:cNvSpPr>
            <a:spLocks noGrp="1"/>
          </p:cNvSpPr>
          <p:nvPr>
            <p:ph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438400 h 2641600"/>
              <a:gd name="connisteX5" fmla="*/ 3251200 w 3454400"/>
              <a:gd name="connsiteY5" fmla="*/ 2641600 h 2641600"/>
              <a:gd name="connisteX6" fmla="*/ 203200 w 3454400"/>
              <a:gd name="connsiteY6" fmla="*/ 2641600 h 2641600"/>
              <a:gd name="connisteX7" fmla="*/ 0 w 3454400"/>
              <a:gd name="connsiteY7" fmla="*/ 2438400 h 2641600"/>
              <a:gd name="connisteX8" fmla="*/ 0 w 3454400"/>
              <a:gd name="connsiteY8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438400"/>
                </a:lnTo>
                <a:cubicBezTo>
                  <a:pt x="3454400" y="2550624"/>
                  <a:pt x="3363424" y="2641600"/>
                  <a:pt x="32512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128000" y="447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128000" y="5029200"/>
            <a:ext cx="345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692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3251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470400" y="2692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4470400" y="3251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8331200" y="2692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8331200" y="3251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2184400"/>
          </a:xfrm>
          <a:custGeom>
            <a:avLst/>
            <a:gdLst>
              <a:gd name="connisteX0" fmla="*/ 0 w 10972800"/>
              <a:gd name="connsiteY0" fmla="*/ 203200 h 2184400"/>
              <a:gd name="connisteX1" fmla="*/ 203200 w 10972800"/>
              <a:gd name="connsiteY1" fmla="*/ 0 h 2184400"/>
              <a:gd name="connisteX2" fmla="*/ 10769600 w 10972800"/>
              <a:gd name="connsiteY2" fmla="*/ 0 h 2184400"/>
              <a:gd name="connisteX3" fmla="*/ 10972800 w 10972800"/>
              <a:gd name="connsiteY3" fmla="*/ 203200 h 2184400"/>
              <a:gd name="connisteX4" fmla="*/ 10972800 w 10972800"/>
              <a:gd name="connsiteY4" fmla="*/ 1981200 h 2184400"/>
              <a:gd name="connisteX5" fmla="*/ 10769600 w 10972800"/>
              <a:gd name="connsiteY5" fmla="*/ 2184400 h 2184400"/>
              <a:gd name="connisteX6" fmla="*/ 203200 w 10972800"/>
              <a:gd name="connsiteY6" fmla="*/ 2184400 h 2184400"/>
              <a:gd name="connisteX7" fmla="*/ 0 w 10972800"/>
              <a:gd name="connsiteY7" fmla="*/ 1981200 h 2184400"/>
              <a:gd name="connisteX8" fmla="*/ 0 w 10972800"/>
              <a:gd name="connsiteY8" fmla="*/ 203200 h 218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18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981200"/>
                </a:lnTo>
                <a:cubicBezTo>
                  <a:pt x="10972800" y="2093424"/>
                  <a:pt x="10881824" y="2184400"/>
                  <a:pt x="10769600" y="2184400"/>
                </a:cubicBezTo>
                <a:lnTo>
                  <a:pt x="203200" y="2184400"/>
                </a:lnTo>
                <a:cubicBezTo>
                  <a:pt x="90976" y="2184400"/>
                  <a:pt x="0" y="2093424"/>
                  <a:pt x="0" y="198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4704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4704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83312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83312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93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2" hasCustomPrompt="1"/>
            <p:custDataLst>
              <p:tags r:id="rId4"/>
            </p:custDataLst>
          </p:nvPr>
        </p:nvSpPr>
        <p:spPr>
          <a:xfrm>
            <a:off x="609600" y="2489200"/>
            <a:ext cx="3454400" cy="3352800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368800" y="193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4368800" y="2489200"/>
            <a:ext cx="3454400" cy="3352800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128000" y="193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8128000" y="2489200"/>
            <a:ext cx="3454400" cy="3352800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8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4165600"/>
            <a:ext cx="3454400" cy="2082800"/>
          </a:xfrm>
          <a:custGeom>
            <a:avLst/>
            <a:gdLst>
              <a:gd name="connisteX0" fmla="*/ 0 w 3454400"/>
              <a:gd name="connsiteY0" fmla="*/ 0 h 2082800"/>
              <a:gd name="connisteX1" fmla="*/ 3454400 w 3454400"/>
              <a:gd name="connsiteY1" fmla="*/ 0 h 2082800"/>
              <a:gd name="connisteX2" fmla="*/ 3454400 w 3454400"/>
              <a:gd name="connsiteY2" fmla="*/ 1879600 h 2082800"/>
              <a:gd name="connisteX3" fmla="*/ 3251200 w 3454400"/>
              <a:gd name="connsiteY3" fmla="*/ 2082800 h 2082800"/>
              <a:gd name="connisteX4" fmla="*/ 203200 w 3454400"/>
              <a:gd name="connsiteY4" fmla="*/ 2082800 h 2082800"/>
              <a:gd name="connisteX5" fmla="*/ 0 w 3454400"/>
              <a:gd name="connsiteY5" fmla="*/ 1879600 h 2082800"/>
              <a:gd name="connisteX6" fmla="*/ 0 w 34544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图片占位符 8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36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82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4165600"/>
            <a:ext cx="3454400" cy="2082800"/>
          </a:xfrm>
          <a:custGeom>
            <a:avLst/>
            <a:gdLst>
              <a:gd name="connisteX0" fmla="*/ 0 w 3454400"/>
              <a:gd name="connsiteY0" fmla="*/ 0 h 2082800"/>
              <a:gd name="connisteX1" fmla="*/ 3454400 w 3454400"/>
              <a:gd name="connsiteY1" fmla="*/ 0 h 2082800"/>
              <a:gd name="connisteX2" fmla="*/ 3454400 w 3454400"/>
              <a:gd name="connsiteY2" fmla="*/ 1879600 h 2082800"/>
              <a:gd name="connisteX3" fmla="*/ 3251200 w 3454400"/>
              <a:gd name="connsiteY3" fmla="*/ 2082800 h 2082800"/>
              <a:gd name="connisteX4" fmla="*/ 203200 w 3454400"/>
              <a:gd name="connsiteY4" fmla="*/ 2082800 h 2082800"/>
              <a:gd name="connisteX5" fmla="*/ 0 w 3454400"/>
              <a:gd name="connsiteY5" fmla="*/ 1879600 h 2082800"/>
              <a:gd name="connisteX6" fmla="*/ 0 w 34544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436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82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4165600"/>
            <a:ext cx="3454400" cy="2082800"/>
          </a:xfrm>
          <a:custGeom>
            <a:avLst/>
            <a:gdLst>
              <a:gd name="connisteX0" fmla="*/ 0 w 3454400"/>
              <a:gd name="connsiteY0" fmla="*/ 0 h 2082800"/>
              <a:gd name="connisteX1" fmla="*/ 3454400 w 3454400"/>
              <a:gd name="connsiteY1" fmla="*/ 0 h 2082800"/>
              <a:gd name="connisteX2" fmla="*/ 3454400 w 3454400"/>
              <a:gd name="connsiteY2" fmla="*/ 1879600 h 2082800"/>
              <a:gd name="connisteX3" fmla="*/ 3251200 w 3454400"/>
              <a:gd name="connsiteY3" fmla="*/ 2082800 h 2082800"/>
              <a:gd name="connisteX4" fmla="*/ 203200 w 3454400"/>
              <a:gd name="connsiteY4" fmla="*/ 2082800 h 2082800"/>
              <a:gd name="connisteX5" fmla="*/ 0 w 3454400"/>
              <a:gd name="connsiteY5" fmla="*/ 1879600 h 2082800"/>
              <a:gd name="connisteX6" fmla="*/ 0 w 34544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436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82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2235200"/>
          </a:xfrm>
          <a:custGeom>
            <a:avLst/>
            <a:gdLst>
              <a:gd name="connisteX0" fmla="*/ 0 w 10972800"/>
              <a:gd name="connsiteY0" fmla="*/ 203200 h 2235200"/>
              <a:gd name="connisteX1" fmla="*/ 203200 w 10972800"/>
              <a:gd name="connsiteY1" fmla="*/ 0 h 2235200"/>
              <a:gd name="connisteX2" fmla="*/ 10769600 w 10972800"/>
              <a:gd name="connsiteY2" fmla="*/ 0 h 2235200"/>
              <a:gd name="connisteX3" fmla="*/ 10972800 w 10972800"/>
              <a:gd name="connsiteY3" fmla="*/ 203200 h 2235200"/>
              <a:gd name="connisteX4" fmla="*/ 10972800 w 10972800"/>
              <a:gd name="connsiteY4" fmla="*/ 2032000 h 2235200"/>
              <a:gd name="connisteX5" fmla="*/ 10769600 w 10972800"/>
              <a:gd name="connsiteY5" fmla="*/ 2235200 h 2235200"/>
              <a:gd name="connisteX6" fmla="*/ 203200 w 10972800"/>
              <a:gd name="connsiteY6" fmla="*/ 2235200 h 2235200"/>
              <a:gd name="connisteX7" fmla="*/ 0 w 10972800"/>
              <a:gd name="connsiteY7" fmla="*/ 2032000 h 2235200"/>
              <a:gd name="connisteX8" fmla="*/ 0 w 10972800"/>
              <a:gd name="connsiteY8" fmla="*/ 203200 h 223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4704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6228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6228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83312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4836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4836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图中标下内-装饰上-默认位置-并列-51_46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35306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609600"/>
            <a:ext cx="10972800" cy="2387600"/>
          </a:xfrm>
          <a:custGeom>
            <a:avLst/>
            <a:gdLst>
              <a:gd name="connisteX0" fmla="*/ 0 w 10972800"/>
              <a:gd name="connsiteY0" fmla="*/ 203200 h 2387600"/>
              <a:gd name="connisteX1" fmla="*/ 203200 w 10972800"/>
              <a:gd name="connsiteY1" fmla="*/ 0 h 2387600"/>
              <a:gd name="connisteX2" fmla="*/ 10769600 w 10972800"/>
              <a:gd name="connsiteY2" fmla="*/ 0 h 2387600"/>
              <a:gd name="connisteX3" fmla="*/ 10972800 w 10972800"/>
              <a:gd name="connsiteY3" fmla="*/ 203200 h 2387600"/>
              <a:gd name="connisteX4" fmla="*/ 10972800 w 10972800"/>
              <a:gd name="connsiteY4" fmla="*/ 2184400 h 2387600"/>
              <a:gd name="connisteX5" fmla="*/ 10769600 w 10972800"/>
              <a:gd name="connsiteY5" fmla="*/ 2387600 h 2387600"/>
              <a:gd name="connisteX6" fmla="*/ 203200 w 10972800"/>
              <a:gd name="connsiteY6" fmla="*/ 2387600 h 2387600"/>
              <a:gd name="connisteX7" fmla="*/ 0 w 10972800"/>
              <a:gd name="connsiteY7" fmla="*/ 2184400 h 2387600"/>
              <a:gd name="connisteX8" fmla="*/ 0 w 10972800"/>
              <a:gd name="connsiteY8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184400"/>
                </a:lnTo>
                <a:cubicBezTo>
                  <a:pt x="10972800" y="2296624"/>
                  <a:pt x="10881824" y="2387600"/>
                  <a:pt x="107696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4704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6228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6228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83312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4836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4836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52578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54102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102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52578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54102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54102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52578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54102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4102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861060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22860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7940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62000" y="37084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62000" y="42164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62000" y="51308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762000" y="56388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图片占位符 8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172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21844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idx="16392" hasCustomPrompt="1"/>
            <p:custDataLst>
              <p:tags r:id="rId3"/>
            </p:custDataLst>
          </p:nvPr>
        </p:nvSpPr>
        <p:spPr>
          <a:xfrm>
            <a:off x="14732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343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3" hasCustomPrompt="1"/>
            <p:custDataLst>
              <p:tags r:id="rId6"/>
            </p:custDataLst>
          </p:nvPr>
        </p:nvSpPr>
        <p:spPr>
          <a:xfrm>
            <a:off x="53340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4704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470400" y="4343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4" hasCustomPrompt="1"/>
            <p:custDataLst>
              <p:tags r:id="rId9"/>
            </p:custDataLst>
          </p:nvPr>
        </p:nvSpPr>
        <p:spPr>
          <a:xfrm>
            <a:off x="91948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3312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331200" y="4343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930400"/>
            <a:ext cx="3454400" cy="3911600"/>
          </a:xfrm>
          <a:custGeom>
            <a:avLst/>
            <a:gdLst>
              <a:gd name="connisteX0" fmla="*/ 0 w 3454400"/>
              <a:gd name="connsiteY0" fmla="*/ 203200 h 3911600"/>
              <a:gd name="connisteX1" fmla="*/ 203200 w 3454400"/>
              <a:gd name="connsiteY1" fmla="*/ 0 h 3911600"/>
              <a:gd name="connisteX2" fmla="*/ 3251200 w 3454400"/>
              <a:gd name="connsiteY2" fmla="*/ 0 h 3911600"/>
              <a:gd name="connisteX3" fmla="*/ 3454400 w 3454400"/>
              <a:gd name="connsiteY3" fmla="*/ 203200 h 3911600"/>
              <a:gd name="connisteX4" fmla="*/ 3454400 w 3454400"/>
              <a:gd name="connsiteY4" fmla="*/ 3708400 h 3911600"/>
              <a:gd name="connisteX5" fmla="*/ 3251200 w 3454400"/>
              <a:gd name="connsiteY5" fmla="*/ 3911600 h 3911600"/>
              <a:gd name="connisteX6" fmla="*/ 203200 w 3454400"/>
              <a:gd name="connsiteY6" fmla="*/ 3911600 h 3911600"/>
              <a:gd name="connisteX7" fmla="*/ 0 w 3454400"/>
              <a:gd name="connsiteY7" fmla="*/ 3708400 h 3911600"/>
              <a:gd name="connisteX8" fmla="*/ 0 w 3454400"/>
              <a:gd name="connsiteY8" fmla="*/ 203200 h 391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91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708400"/>
                </a:lnTo>
                <a:cubicBezTo>
                  <a:pt x="3454400" y="3820624"/>
                  <a:pt x="3363424" y="3911600"/>
                  <a:pt x="3251200" y="3911600"/>
                </a:cubicBezTo>
                <a:lnTo>
                  <a:pt x="203200" y="3911600"/>
                </a:lnTo>
                <a:cubicBezTo>
                  <a:pt x="90976" y="3911600"/>
                  <a:pt x="0" y="3820624"/>
                  <a:pt x="0" y="3708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269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368800" y="1930400"/>
            <a:ext cx="3454400" cy="3911600"/>
          </a:xfrm>
          <a:custGeom>
            <a:avLst/>
            <a:gdLst>
              <a:gd name="connisteX0" fmla="*/ 0 w 3454400"/>
              <a:gd name="connsiteY0" fmla="*/ 203200 h 3911600"/>
              <a:gd name="connisteX1" fmla="*/ 203200 w 3454400"/>
              <a:gd name="connsiteY1" fmla="*/ 0 h 3911600"/>
              <a:gd name="connisteX2" fmla="*/ 3251200 w 3454400"/>
              <a:gd name="connsiteY2" fmla="*/ 0 h 3911600"/>
              <a:gd name="connisteX3" fmla="*/ 3454400 w 3454400"/>
              <a:gd name="connsiteY3" fmla="*/ 203200 h 3911600"/>
              <a:gd name="connisteX4" fmla="*/ 3454400 w 3454400"/>
              <a:gd name="connsiteY4" fmla="*/ 3708400 h 3911600"/>
              <a:gd name="connisteX5" fmla="*/ 3251200 w 3454400"/>
              <a:gd name="connsiteY5" fmla="*/ 3911600 h 3911600"/>
              <a:gd name="connisteX6" fmla="*/ 203200 w 3454400"/>
              <a:gd name="connsiteY6" fmla="*/ 3911600 h 3911600"/>
              <a:gd name="connisteX7" fmla="*/ 0 w 3454400"/>
              <a:gd name="connsiteY7" fmla="*/ 3708400 h 3911600"/>
              <a:gd name="connisteX8" fmla="*/ 0 w 3454400"/>
              <a:gd name="connsiteY8" fmla="*/ 203200 h 391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91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708400"/>
                </a:lnTo>
                <a:cubicBezTo>
                  <a:pt x="3454400" y="3820624"/>
                  <a:pt x="3363424" y="3911600"/>
                  <a:pt x="3251200" y="3911600"/>
                </a:cubicBezTo>
                <a:lnTo>
                  <a:pt x="203200" y="3911600"/>
                </a:lnTo>
                <a:cubicBezTo>
                  <a:pt x="90976" y="3911600"/>
                  <a:pt x="0" y="3820624"/>
                  <a:pt x="0" y="3708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73600" y="269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128000" y="1930400"/>
            <a:ext cx="3454400" cy="3911600"/>
          </a:xfrm>
          <a:custGeom>
            <a:avLst/>
            <a:gdLst>
              <a:gd name="connisteX0" fmla="*/ 0 w 3454400"/>
              <a:gd name="connsiteY0" fmla="*/ 203200 h 3911600"/>
              <a:gd name="connisteX1" fmla="*/ 203200 w 3454400"/>
              <a:gd name="connsiteY1" fmla="*/ 0 h 3911600"/>
              <a:gd name="connisteX2" fmla="*/ 3251200 w 3454400"/>
              <a:gd name="connsiteY2" fmla="*/ 0 h 3911600"/>
              <a:gd name="connisteX3" fmla="*/ 3454400 w 3454400"/>
              <a:gd name="connsiteY3" fmla="*/ 203200 h 3911600"/>
              <a:gd name="connisteX4" fmla="*/ 3454400 w 3454400"/>
              <a:gd name="connsiteY4" fmla="*/ 3708400 h 3911600"/>
              <a:gd name="connisteX5" fmla="*/ 3251200 w 3454400"/>
              <a:gd name="connsiteY5" fmla="*/ 3911600 h 3911600"/>
              <a:gd name="connisteX6" fmla="*/ 203200 w 3454400"/>
              <a:gd name="connsiteY6" fmla="*/ 3911600 h 3911600"/>
              <a:gd name="connisteX7" fmla="*/ 0 w 3454400"/>
              <a:gd name="connsiteY7" fmla="*/ 3708400 h 3911600"/>
              <a:gd name="connisteX8" fmla="*/ 0 w 3454400"/>
              <a:gd name="connsiteY8" fmla="*/ 203200 h 391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91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708400"/>
                </a:lnTo>
                <a:cubicBezTo>
                  <a:pt x="3454400" y="3820624"/>
                  <a:pt x="3363424" y="3911600"/>
                  <a:pt x="3251200" y="3911600"/>
                </a:cubicBezTo>
                <a:lnTo>
                  <a:pt x="203200" y="3911600"/>
                </a:lnTo>
                <a:cubicBezTo>
                  <a:pt x="90976" y="3911600"/>
                  <a:pt x="0" y="3820624"/>
                  <a:pt x="0" y="3708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432800" y="269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 6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5" hasCustomPrompt="1"/>
            <p:custDataLst>
              <p:tags r:id="rId5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8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310005" y="2241868"/>
            <a:ext cx="1276350" cy="2374265"/>
          </a:xfrm>
        </p:spPr>
        <p:txBody>
          <a:bodyPr vert="eaVert" wrap="square" anchor="b">
            <a:normAutofit/>
          </a:bodyPr>
          <a:lstStyle>
            <a:lvl1pPr algn="ctr">
              <a:defRPr kumimoji="0" lang="zh-CN" altLang="en-US" sz="6000" b="0" i="0" u="none" strike="noStrike" kern="1200" cap="none" spc="0" normalizeH="0" baseline="0" noProof="1" dirty="0">
                <a:solidFill>
                  <a:schemeClr val="accent1"/>
                </a:solidFill>
                <a:effectLst/>
                <a:latin typeface="+mj-lt"/>
                <a:ea typeface="+mj-ea"/>
                <a:cs typeface="黑体" panose="02010609060101010101" charset="-122"/>
                <a:sym typeface="黑体" panose="02010609060101010101" charset="-122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图片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rcRect b="31694"/>
          <a:stretch>
            <a:fillRect/>
          </a:stretch>
        </p:blipFill>
        <p:spPr>
          <a:xfrm>
            <a:off x="635" y="2121535"/>
            <a:ext cx="12191365" cy="47244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51" h="10800">
                <a:moveTo>
                  <a:pt x="0" y="0"/>
                </a:moveTo>
                <a:lnTo>
                  <a:pt x="19251" y="0"/>
                </a:lnTo>
                <a:lnTo>
                  <a:pt x="19251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矩形 1"/>
          <p:cNvSpPr/>
          <p:nvPr userDrawn="1"/>
        </p:nvSpPr>
        <p:spPr>
          <a:xfrm>
            <a:off x="635" y="0"/>
            <a:ext cx="12190730" cy="31235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请在此输入您的副标题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b="1099"/>
          <a:stretch>
            <a:fillRect/>
          </a:stretch>
        </p:blipFill>
        <p:spPr>
          <a:xfrm>
            <a:off x="-12700" y="0"/>
            <a:ext cx="1222438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51" h="10800">
                <a:moveTo>
                  <a:pt x="0" y="0"/>
                </a:moveTo>
                <a:lnTo>
                  <a:pt x="19251" y="0"/>
                </a:lnTo>
                <a:lnTo>
                  <a:pt x="19251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日期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2145771" y="1981200"/>
            <a:ext cx="7875058" cy="457200"/>
          </a:xfrm>
          <a:noFill/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193834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1903677" y="2489200"/>
            <a:ext cx="8384646" cy="1879600"/>
          </a:xfrm>
          <a:noFill/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b="1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19" name="署名占位符 10"/>
          <p:cNvSpPr>
            <a:spLocks noGrp="1"/>
          </p:cNvSpPr>
          <p:nvPr>
            <p:ph type="body" sz="quarter" idx="16387" hasCustomPrompt="1"/>
            <p:custDataLst>
              <p:tags r:id="rId6"/>
            </p:custDataLst>
          </p:nvPr>
        </p:nvSpPr>
        <p:spPr>
          <a:xfrm>
            <a:off x="4812771" y="4419600"/>
            <a:ext cx="2541058" cy="5334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b="20604"/>
          <a:stretch>
            <a:fillRect/>
          </a:stretch>
        </p:blipFill>
        <p:spPr>
          <a:xfrm>
            <a:off x="0" y="1352550"/>
            <a:ext cx="12192000" cy="54908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51" h="10800">
                <a:moveTo>
                  <a:pt x="0" y="0"/>
                </a:moveTo>
                <a:lnTo>
                  <a:pt x="19251" y="0"/>
                </a:lnTo>
                <a:lnTo>
                  <a:pt x="19251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26917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 idx="16385" hasCustomPrompt="1"/>
            <p:custDataLst>
              <p:tags r:id="rId4"/>
            </p:custDataLst>
          </p:nvPr>
        </p:nvSpPr>
        <p:spPr>
          <a:xfrm>
            <a:off x="1903942" y="3530600"/>
            <a:ext cx="8384117" cy="1524000"/>
          </a:xfrm>
          <a:noFill/>
        </p:spPr>
        <p:txBody>
          <a:bodyPr vert="horz" lIns="0" tIns="0" rIns="0" bIns="0" anchor="t" anchorCtr="0">
            <a:normAutofit/>
          </a:bodyPr>
          <a:lstStyle>
            <a:lvl1pPr marL="0" indent="0" algn="ctr"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5332413" y="1905000"/>
            <a:ext cx="1527175" cy="1524000"/>
          </a:xfrm>
          <a:noFill/>
        </p:spPr>
        <p:txBody>
          <a:bodyPr vert="horz" wrap="none" lIns="0" tIns="0" rIns="0" bIns="0" anchor="ctr" anchorCtr="0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rgbClr val="193834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b="1099"/>
          <a:stretch>
            <a:fillRect/>
          </a:stretch>
        </p:blipFill>
        <p:spPr>
          <a:xfrm>
            <a:off x="-12700" y="0"/>
            <a:ext cx="1222438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51" h="10800">
                <a:moveTo>
                  <a:pt x="0" y="0"/>
                </a:moveTo>
                <a:lnTo>
                  <a:pt x="19251" y="0"/>
                </a:lnTo>
                <a:lnTo>
                  <a:pt x="19251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0" name="副标题 9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3364971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3364089" y="3175000"/>
            <a:ext cx="5451122" cy="1016000"/>
          </a:xfrm>
          <a:noFill/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7826305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ctrTitle" idx="17826049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319883777" hasCustomPrompt="1"/>
            <p:custDataLst>
              <p:tags r:id="rId4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319883522" hasCustomPrompt="1"/>
            <p:custDataLst>
              <p:tags r:id="rId5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51446017" hasCustomPrompt="1"/>
            <p:custDataLst>
              <p:tags r:id="rId6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319949313" hasCustomPrompt="1"/>
            <p:custDataLst>
              <p:tags r:id="rId7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319949058" hasCustomPrompt="1"/>
            <p:custDataLst>
              <p:tags r:id="rId8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511553" hasCustomPrompt="1"/>
            <p:custDataLst>
              <p:tags r:id="rId9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20014849" hasCustomPrompt="1"/>
            <p:custDataLst>
              <p:tags r:id="rId10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20014594" hasCustomPrompt="1"/>
            <p:custDataLst>
              <p:tags r:id="rId11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77089" hasCustomPrompt="1"/>
            <p:custDataLst>
              <p:tags r:id="rId12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80385" hasCustomPrompt="1"/>
            <p:custDataLst>
              <p:tags r:id="rId13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80130" hasCustomPrompt="1"/>
            <p:custDataLst>
              <p:tags r:id="rId14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642625" hasCustomPrompt="1"/>
            <p:custDataLst>
              <p:tags r:id="rId15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2" hasCustomPrompt="1"/>
            <p:custDataLst>
              <p:tags r:id="rId4"/>
            </p:custDataLst>
          </p:nvPr>
        </p:nvSpPr>
        <p:spPr>
          <a:xfrm>
            <a:off x="6096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3688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43688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1280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81280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4704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44704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83312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83312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默认位置-并列-27_34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装饰  6"/>
          <p:cNvSpPr>
            <a:spLocks noGrp="1"/>
          </p:cNvSpPr>
          <p:nvPr>
            <p:ph type="body" idx="16398" hasCustomPrompt="1"/>
            <p:custDataLst>
              <p:tags r:id="rId3"/>
            </p:custDataLst>
          </p:nvPr>
        </p:nvSpPr>
        <p:spPr>
          <a:xfrm>
            <a:off x="609600" y="19304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793750" y="21590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778000" y="19304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778000" y="24384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装饰  0"/>
          <p:cNvSpPr>
            <a:spLocks noGrp="1"/>
          </p:cNvSpPr>
          <p:nvPr>
            <p:ph type="body" idx="16399" hasCustomPrompt="1"/>
            <p:custDataLst>
              <p:tags r:id="rId7"/>
            </p:custDataLst>
          </p:nvPr>
        </p:nvSpPr>
        <p:spPr>
          <a:xfrm>
            <a:off x="6324600" y="19304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6508750" y="21590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493000" y="19304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493000" y="24384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4"/>
          <p:cNvSpPr>
            <a:spLocks noGrp="1"/>
          </p:cNvSpPr>
          <p:nvPr>
            <p:ph type="body" idx="16400" hasCustomPrompt="1"/>
            <p:custDataLst>
              <p:tags r:id="rId11"/>
            </p:custDataLst>
          </p:nvPr>
        </p:nvSpPr>
        <p:spPr>
          <a:xfrm>
            <a:off x="609600" y="41148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93750" y="43434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778000" y="41148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778000" y="46228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8" name="装饰  8"/>
          <p:cNvSpPr>
            <a:spLocks noGrp="1"/>
          </p:cNvSpPr>
          <p:nvPr>
            <p:ph type="body" idx="16401" hasCustomPrompt="1"/>
            <p:custDataLst>
              <p:tags r:id="rId15"/>
            </p:custDataLst>
          </p:nvPr>
        </p:nvSpPr>
        <p:spPr>
          <a:xfrm>
            <a:off x="6324600" y="41148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9" name="文本占位符 28"/>
          <p:cNvSpPr>
            <a:spLocks noGrp="1"/>
          </p:cNvSpPr>
          <p:nvPr>
            <p:ph type="body" idx="16397" hasCustomPrompt="1"/>
            <p:custDataLst>
              <p:tags r:id="rId16"/>
            </p:custDataLst>
          </p:nvPr>
        </p:nvSpPr>
        <p:spPr>
          <a:xfrm>
            <a:off x="6508750" y="43434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5" hasCustomPrompt="1"/>
            <p:custDataLst>
              <p:tags r:id="rId17"/>
            </p:custDataLst>
          </p:nvPr>
        </p:nvSpPr>
        <p:spPr>
          <a:xfrm>
            <a:off x="7493000" y="41148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1" name="文本占位符 30"/>
          <p:cNvSpPr>
            <a:spLocks noGrp="1"/>
          </p:cNvSpPr>
          <p:nvPr>
            <p:ph type="body" idx="16396" hasCustomPrompt="1"/>
            <p:custDataLst>
              <p:tags r:id="rId18"/>
            </p:custDataLst>
          </p:nvPr>
        </p:nvSpPr>
        <p:spPr>
          <a:xfrm>
            <a:off x="7493000" y="46228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默认位置-并列-27_39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401" hasCustomPrompt="1"/>
            <p:custDataLst>
              <p:tags r:id="rId3"/>
            </p:custDataLst>
          </p:nvPr>
        </p:nvSpPr>
        <p:spPr>
          <a:xfrm>
            <a:off x="609600" y="2057400"/>
            <a:ext cx="609600" cy="609600"/>
          </a:xfrm>
          <a:custGeom>
            <a:avLst/>
            <a:gdLst>
              <a:gd name="connisteX0" fmla="*/ 0 w 609600"/>
              <a:gd name="connsiteY0" fmla="*/ 203200 h 609600"/>
              <a:gd name="connisteX1" fmla="*/ 203200 w 609600"/>
              <a:gd name="connsiteY1" fmla="*/ 0 h 609600"/>
              <a:gd name="connisteX2" fmla="*/ 406400 w 609600"/>
              <a:gd name="connsiteY2" fmla="*/ 0 h 609600"/>
              <a:gd name="connisteX3" fmla="*/ 609600 w 609600"/>
              <a:gd name="connsiteY3" fmla="*/ 203200 h 609600"/>
              <a:gd name="connisteX4" fmla="*/ 609600 w 609600"/>
              <a:gd name="connsiteY4" fmla="*/ 406400 h 609600"/>
              <a:gd name="connisteX5" fmla="*/ 406400 w 609600"/>
              <a:gd name="connsiteY5" fmla="*/ 609600 h 609600"/>
              <a:gd name="connisteX6" fmla="*/ 203200 w 609600"/>
              <a:gd name="connsiteY6" fmla="*/ 609600 h 609600"/>
              <a:gd name="connisteX7" fmla="*/ 0 w 609600"/>
              <a:gd name="connsiteY7" fmla="*/ 406400 h 609600"/>
              <a:gd name="connisteX8" fmla="*/ 0 w 609600"/>
              <a:gd name="connsiteY8" fmla="*/ 2032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6400" y="0"/>
                </a:lnTo>
                <a:cubicBezTo>
                  <a:pt x="518624" y="0"/>
                  <a:pt x="609600" y="90976"/>
                  <a:pt x="609600" y="203200"/>
                </a:cubicBezTo>
                <a:lnTo>
                  <a:pt x="609600" y="406400"/>
                </a:lnTo>
                <a:cubicBezTo>
                  <a:pt x="609600" y="518624"/>
                  <a:pt x="518624" y="609600"/>
                  <a:pt x="406400" y="609600"/>
                </a:cubicBezTo>
                <a:lnTo>
                  <a:pt x="203200" y="609600"/>
                </a:lnTo>
                <a:cubicBezTo>
                  <a:pt x="90976" y="609600"/>
                  <a:pt x="0" y="518624"/>
                  <a:pt x="0" y="4064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762000" y="2235200"/>
            <a:ext cx="304800" cy="254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422400" y="1828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422400" y="2286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0"/>
          <p:cNvSpPr>
            <a:spLocks noGrp="1"/>
          </p:cNvSpPr>
          <p:nvPr>
            <p:ph type="body" idx="16402" hasCustomPrompt="1"/>
            <p:custDataLst>
              <p:tags r:id="rId7"/>
            </p:custDataLst>
          </p:nvPr>
        </p:nvSpPr>
        <p:spPr>
          <a:xfrm>
            <a:off x="6324600" y="2057400"/>
            <a:ext cx="609600" cy="609600"/>
          </a:xfrm>
          <a:custGeom>
            <a:avLst/>
            <a:gdLst>
              <a:gd name="connisteX0" fmla="*/ 0 w 609600"/>
              <a:gd name="connsiteY0" fmla="*/ 203200 h 609600"/>
              <a:gd name="connisteX1" fmla="*/ 203200 w 609600"/>
              <a:gd name="connsiteY1" fmla="*/ 0 h 609600"/>
              <a:gd name="connisteX2" fmla="*/ 406400 w 609600"/>
              <a:gd name="connsiteY2" fmla="*/ 0 h 609600"/>
              <a:gd name="connisteX3" fmla="*/ 609600 w 609600"/>
              <a:gd name="connsiteY3" fmla="*/ 203200 h 609600"/>
              <a:gd name="connisteX4" fmla="*/ 609600 w 609600"/>
              <a:gd name="connsiteY4" fmla="*/ 406400 h 609600"/>
              <a:gd name="connisteX5" fmla="*/ 406400 w 609600"/>
              <a:gd name="connsiteY5" fmla="*/ 609600 h 609600"/>
              <a:gd name="connisteX6" fmla="*/ 203200 w 609600"/>
              <a:gd name="connsiteY6" fmla="*/ 609600 h 609600"/>
              <a:gd name="connisteX7" fmla="*/ 0 w 609600"/>
              <a:gd name="connsiteY7" fmla="*/ 406400 h 609600"/>
              <a:gd name="connisteX8" fmla="*/ 0 w 609600"/>
              <a:gd name="connsiteY8" fmla="*/ 2032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6400" y="0"/>
                </a:lnTo>
                <a:cubicBezTo>
                  <a:pt x="518624" y="0"/>
                  <a:pt x="609600" y="90976"/>
                  <a:pt x="609600" y="203200"/>
                </a:cubicBezTo>
                <a:lnTo>
                  <a:pt x="609600" y="406400"/>
                </a:lnTo>
                <a:cubicBezTo>
                  <a:pt x="609600" y="518624"/>
                  <a:pt x="518624" y="609600"/>
                  <a:pt x="406400" y="609600"/>
                </a:cubicBezTo>
                <a:lnTo>
                  <a:pt x="203200" y="609600"/>
                </a:lnTo>
                <a:cubicBezTo>
                  <a:pt x="90976" y="609600"/>
                  <a:pt x="0" y="518624"/>
                  <a:pt x="0" y="4064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6477000" y="2235200"/>
            <a:ext cx="304800" cy="254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137400" y="1828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137400" y="2286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4"/>
          <p:cNvSpPr>
            <a:spLocks noGrp="1"/>
          </p:cNvSpPr>
          <p:nvPr>
            <p:ph type="body" idx="16403" hasCustomPrompt="1"/>
            <p:custDataLst>
              <p:tags r:id="rId11"/>
            </p:custDataLst>
          </p:nvPr>
        </p:nvSpPr>
        <p:spPr>
          <a:xfrm>
            <a:off x="609600" y="3581400"/>
            <a:ext cx="609600" cy="609600"/>
          </a:xfrm>
          <a:custGeom>
            <a:avLst/>
            <a:gdLst>
              <a:gd name="connisteX0" fmla="*/ 0 w 609600"/>
              <a:gd name="connsiteY0" fmla="*/ 203200 h 609600"/>
              <a:gd name="connisteX1" fmla="*/ 203200 w 609600"/>
              <a:gd name="connsiteY1" fmla="*/ 0 h 609600"/>
              <a:gd name="connisteX2" fmla="*/ 406400 w 609600"/>
              <a:gd name="connsiteY2" fmla="*/ 0 h 609600"/>
              <a:gd name="connisteX3" fmla="*/ 609600 w 609600"/>
              <a:gd name="connsiteY3" fmla="*/ 203200 h 609600"/>
              <a:gd name="connisteX4" fmla="*/ 609600 w 609600"/>
              <a:gd name="connsiteY4" fmla="*/ 406400 h 609600"/>
              <a:gd name="connisteX5" fmla="*/ 406400 w 609600"/>
              <a:gd name="connsiteY5" fmla="*/ 609600 h 609600"/>
              <a:gd name="connisteX6" fmla="*/ 203200 w 609600"/>
              <a:gd name="connsiteY6" fmla="*/ 609600 h 609600"/>
              <a:gd name="connisteX7" fmla="*/ 0 w 609600"/>
              <a:gd name="connsiteY7" fmla="*/ 406400 h 609600"/>
              <a:gd name="connisteX8" fmla="*/ 0 w 609600"/>
              <a:gd name="connsiteY8" fmla="*/ 2032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6400" y="0"/>
                </a:lnTo>
                <a:cubicBezTo>
                  <a:pt x="518624" y="0"/>
                  <a:pt x="609600" y="90976"/>
                  <a:pt x="609600" y="203200"/>
                </a:cubicBezTo>
                <a:lnTo>
                  <a:pt x="609600" y="406400"/>
                </a:lnTo>
                <a:cubicBezTo>
                  <a:pt x="609600" y="518624"/>
                  <a:pt x="518624" y="609600"/>
                  <a:pt x="406400" y="609600"/>
                </a:cubicBezTo>
                <a:lnTo>
                  <a:pt x="203200" y="609600"/>
                </a:lnTo>
                <a:cubicBezTo>
                  <a:pt x="90976" y="609600"/>
                  <a:pt x="0" y="518624"/>
                  <a:pt x="0" y="4064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62000" y="3759200"/>
            <a:ext cx="304800" cy="254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422400" y="3352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422400" y="3810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2" name="装饰  8"/>
          <p:cNvSpPr>
            <a:spLocks noGrp="1"/>
          </p:cNvSpPr>
          <p:nvPr>
            <p:ph type="body" idx="16404" hasCustomPrompt="1"/>
            <p:custDataLst>
              <p:tags r:id="rId15"/>
            </p:custDataLst>
          </p:nvPr>
        </p:nvSpPr>
        <p:spPr>
          <a:xfrm>
            <a:off x="6324600" y="3581400"/>
            <a:ext cx="609600" cy="609600"/>
          </a:xfrm>
          <a:custGeom>
            <a:avLst/>
            <a:gdLst>
              <a:gd name="connisteX0" fmla="*/ 0 w 609600"/>
              <a:gd name="connsiteY0" fmla="*/ 203200 h 609600"/>
              <a:gd name="connisteX1" fmla="*/ 203200 w 609600"/>
              <a:gd name="connsiteY1" fmla="*/ 0 h 609600"/>
              <a:gd name="connisteX2" fmla="*/ 406400 w 609600"/>
              <a:gd name="connsiteY2" fmla="*/ 0 h 609600"/>
              <a:gd name="connisteX3" fmla="*/ 609600 w 609600"/>
              <a:gd name="connsiteY3" fmla="*/ 203200 h 609600"/>
              <a:gd name="connisteX4" fmla="*/ 609600 w 609600"/>
              <a:gd name="connsiteY4" fmla="*/ 406400 h 609600"/>
              <a:gd name="connisteX5" fmla="*/ 406400 w 609600"/>
              <a:gd name="connsiteY5" fmla="*/ 609600 h 609600"/>
              <a:gd name="connisteX6" fmla="*/ 203200 w 609600"/>
              <a:gd name="connsiteY6" fmla="*/ 609600 h 609600"/>
              <a:gd name="connisteX7" fmla="*/ 0 w 609600"/>
              <a:gd name="connsiteY7" fmla="*/ 406400 h 609600"/>
              <a:gd name="connisteX8" fmla="*/ 0 w 609600"/>
              <a:gd name="connsiteY8" fmla="*/ 2032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6400" y="0"/>
                </a:lnTo>
                <a:cubicBezTo>
                  <a:pt x="518624" y="0"/>
                  <a:pt x="609600" y="90976"/>
                  <a:pt x="609600" y="203200"/>
                </a:cubicBezTo>
                <a:lnTo>
                  <a:pt x="609600" y="406400"/>
                </a:lnTo>
                <a:cubicBezTo>
                  <a:pt x="609600" y="518624"/>
                  <a:pt x="518624" y="609600"/>
                  <a:pt x="406400" y="609600"/>
                </a:cubicBezTo>
                <a:lnTo>
                  <a:pt x="203200" y="609600"/>
                </a:lnTo>
                <a:cubicBezTo>
                  <a:pt x="90976" y="609600"/>
                  <a:pt x="0" y="518624"/>
                  <a:pt x="0" y="4064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3" name="文本占位符 32"/>
          <p:cNvSpPr>
            <a:spLocks noGrp="1"/>
          </p:cNvSpPr>
          <p:nvPr>
            <p:ph type="body" idx="16397" hasCustomPrompt="1"/>
            <p:custDataLst>
              <p:tags r:id="rId16"/>
            </p:custDataLst>
          </p:nvPr>
        </p:nvSpPr>
        <p:spPr>
          <a:xfrm>
            <a:off x="6477000" y="3759200"/>
            <a:ext cx="304800" cy="254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34" name="文本占位符 33"/>
          <p:cNvSpPr>
            <a:spLocks noGrp="1"/>
          </p:cNvSpPr>
          <p:nvPr>
            <p:ph type="body" idx="16395" hasCustomPrompt="1"/>
            <p:custDataLst>
              <p:tags r:id="rId17"/>
            </p:custDataLst>
          </p:nvPr>
        </p:nvSpPr>
        <p:spPr>
          <a:xfrm>
            <a:off x="7137400" y="3352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5" name="文本占位符 34"/>
          <p:cNvSpPr>
            <a:spLocks noGrp="1"/>
          </p:cNvSpPr>
          <p:nvPr>
            <p:ph type="body" idx="16396" hasCustomPrompt="1"/>
            <p:custDataLst>
              <p:tags r:id="rId18"/>
            </p:custDataLst>
          </p:nvPr>
        </p:nvSpPr>
        <p:spPr>
          <a:xfrm>
            <a:off x="7137400" y="3810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6" name="装饰  2"/>
          <p:cNvSpPr>
            <a:spLocks noGrp="1"/>
          </p:cNvSpPr>
          <p:nvPr>
            <p:ph type="body" idx="16405" hasCustomPrompt="1"/>
            <p:custDataLst>
              <p:tags r:id="rId19"/>
            </p:custDataLst>
          </p:nvPr>
        </p:nvSpPr>
        <p:spPr>
          <a:xfrm>
            <a:off x="609600" y="5105400"/>
            <a:ext cx="609600" cy="609600"/>
          </a:xfrm>
          <a:custGeom>
            <a:avLst/>
            <a:gdLst>
              <a:gd name="connisteX0" fmla="*/ 0 w 609600"/>
              <a:gd name="connsiteY0" fmla="*/ 203200 h 609600"/>
              <a:gd name="connisteX1" fmla="*/ 203200 w 609600"/>
              <a:gd name="connsiteY1" fmla="*/ 0 h 609600"/>
              <a:gd name="connisteX2" fmla="*/ 406400 w 609600"/>
              <a:gd name="connsiteY2" fmla="*/ 0 h 609600"/>
              <a:gd name="connisteX3" fmla="*/ 609600 w 609600"/>
              <a:gd name="connsiteY3" fmla="*/ 203200 h 609600"/>
              <a:gd name="connisteX4" fmla="*/ 609600 w 609600"/>
              <a:gd name="connsiteY4" fmla="*/ 406400 h 609600"/>
              <a:gd name="connisteX5" fmla="*/ 406400 w 609600"/>
              <a:gd name="connsiteY5" fmla="*/ 609600 h 609600"/>
              <a:gd name="connisteX6" fmla="*/ 203200 w 609600"/>
              <a:gd name="connsiteY6" fmla="*/ 609600 h 609600"/>
              <a:gd name="connisteX7" fmla="*/ 0 w 609600"/>
              <a:gd name="connsiteY7" fmla="*/ 406400 h 609600"/>
              <a:gd name="connisteX8" fmla="*/ 0 w 609600"/>
              <a:gd name="connsiteY8" fmla="*/ 2032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6400" y="0"/>
                </a:lnTo>
                <a:cubicBezTo>
                  <a:pt x="518624" y="0"/>
                  <a:pt x="609600" y="90976"/>
                  <a:pt x="609600" y="203200"/>
                </a:cubicBezTo>
                <a:lnTo>
                  <a:pt x="609600" y="406400"/>
                </a:lnTo>
                <a:cubicBezTo>
                  <a:pt x="609600" y="518624"/>
                  <a:pt x="518624" y="609600"/>
                  <a:pt x="406400" y="609600"/>
                </a:cubicBezTo>
                <a:lnTo>
                  <a:pt x="203200" y="609600"/>
                </a:lnTo>
                <a:cubicBezTo>
                  <a:pt x="90976" y="609600"/>
                  <a:pt x="0" y="518624"/>
                  <a:pt x="0" y="4064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7" name="文本占位符 36"/>
          <p:cNvSpPr>
            <a:spLocks noGrp="1"/>
          </p:cNvSpPr>
          <p:nvPr>
            <p:ph type="body" idx="16400" hasCustomPrompt="1"/>
            <p:custDataLst>
              <p:tags r:id="rId20"/>
            </p:custDataLst>
          </p:nvPr>
        </p:nvSpPr>
        <p:spPr>
          <a:xfrm>
            <a:off x="762000" y="5283200"/>
            <a:ext cx="304800" cy="254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38" name="文本占位符 37"/>
          <p:cNvSpPr>
            <a:spLocks noGrp="1"/>
          </p:cNvSpPr>
          <p:nvPr>
            <p:ph type="body" idx="16398" hasCustomPrompt="1"/>
            <p:custDataLst>
              <p:tags r:id="rId21"/>
            </p:custDataLst>
          </p:nvPr>
        </p:nvSpPr>
        <p:spPr>
          <a:xfrm>
            <a:off x="1422400" y="4876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9" name="文本占位符 38"/>
          <p:cNvSpPr>
            <a:spLocks noGrp="1"/>
          </p:cNvSpPr>
          <p:nvPr>
            <p:ph type="body" idx="16399" hasCustomPrompt="1"/>
            <p:custDataLst>
              <p:tags r:id="rId22"/>
            </p:custDataLst>
          </p:nvPr>
        </p:nvSpPr>
        <p:spPr>
          <a:xfrm>
            <a:off x="1422400" y="5334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默认位置-并列-27_44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装饰  6"/>
          <p:cNvSpPr>
            <a:spLocks noGrp="1"/>
          </p:cNvSpPr>
          <p:nvPr>
            <p:ph type="body" idx="16404" hasCustomPrompt="1"/>
            <p:custDataLst>
              <p:tags r:id="rId3"/>
            </p:custDataLst>
          </p:nvPr>
        </p:nvSpPr>
        <p:spPr>
          <a:xfrm>
            <a:off x="609600" y="18542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793750" y="20828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778000" y="17526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778000" y="2260600"/>
            <a:ext cx="4089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装饰  0"/>
          <p:cNvSpPr>
            <a:spLocks noGrp="1"/>
          </p:cNvSpPr>
          <p:nvPr>
            <p:ph type="body" idx="16405" hasCustomPrompt="1"/>
            <p:custDataLst>
              <p:tags r:id="rId7"/>
            </p:custDataLst>
          </p:nvPr>
        </p:nvSpPr>
        <p:spPr>
          <a:xfrm>
            <a:off x="6324600" y="18542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6508750" y="20828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493000" y="17526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493000" y="2260600"/>
            <a:ext cx="4089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4"/>
          <p:cNvSpPr>
            <a:spLocks noGrp="1"/>
          </p:cNvSpPr>
          <p:nvPr>
            <p:ph type="body" idx="16406" hasCustomPrompt="1"/>
            <p:custDataLst>
              <p:tags r:id="rId11"/>
            </p:custDataLst>
          </p:nvPr>
        </p:nvSpPr>
        <p:spPr>
          <a:xfrm>
            <a:off x="609600" y="34290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93750" y="36576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778000" y="33274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778000" y="3835400"/>
            <a:ext cx="4089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8" name="装饰  8"/>
          <p:cNvSpPr>
            <a:spLocks noGrp="1"/>
          </p:cNvSpPr>
          <p:nvPr>
            <p:ph type="body" idx="16407" hasCustomPrompt="1"/>
            <p:custDataLst>
              <p:tags r:id="rId15"/>
            </p:custDataLst>
          </p:nvPr>
        </p:nvSpPr>
        <p:spPr>
          <a:xfrm>
            <a:off x="6324600" y="34290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9" name="文本占位符 28"/>
          <p:cNvSpPr>
            <a:spLocks noGrp="1"/>
          </p:cNvSpPr>
          <p:nvPr>
            <p:ph type="body" idx="16397" hasCustomPrompt="1"/>
            <p:custDataLst>
              <p:tags r:id="rId16"/>
            </p:custDataLst>
          </p:nvPr>
        </p:nvSpPr>
        <p:spPr>
          <a:xfrm>
            <a:off x="6508750" y="36576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5" hasCustomPrompt="1"/>
            <p:custDataLst>
              <p:tags r:id="rId17"/>
            </p:custDataLst>
          </p:nvPr>
        </p:nvSpPr>
        <p:spPr>
          <a:xfrm>
            <a:off x="7493000" y="33274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1" name="文本占位符 30"/>
          <p:cNvSpPr>
            <a:spLocks noGrp="1"/>
          </p:cNvSpPr>
          <p:nvPr>
            <p:ph type="body" idx="16396" hasCustomPrompt="1"/>
            <p:custDataLst>
              <p:tags r:id="rId18"/>
            </p:custDataLst>
          </p:nvPr>
        </p:nvSpPr>
        <p:spPr>
          <a:xfrm>
            <a:off x="7493000" y="3835400"/>
            <a:ext cx="4089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40" name="装饰  2"/>
          <p:cNvSpPr>
            <a:spLocks noGrp="1"/>
          </p:cNvSpPr>
          <p:nvPr>
            <p:ph type="body" idx="16408" hasCustomPrompt="1"/>
            <p:custDataLst>
              <p:tags r:id="rId19"/>
            </p:custDataLst>
          </p:nvPr>
        </p:nvSpPr>
        <p:spPr>
          <a:xfrm>
            <a:off x="609600" y="50038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1" name="文本占位符 40"/>
          <p:cNvSpPr>
            <a:spLocks noGrp="1"/>
          </p:cNvSpPr>
          <p:nvPr>
            <p:ph type="body" idx="16400" hasCustomPrompt="1"/>
            <p:custDataLst>
              <p:tags r:id="rId20"/>
            </p:custDataLst>
          </p:nvPr>
        </p:nvSpPr>
        <p:spPr>
          <a:xfrm>
            <a:off x="793750" y="52324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42" name="文本占位符 41"/>
          <p:cNvSpPr>
            <a:spLocks noGrp="1"/>
          </p:cNvSpPr>
          <p:nvPr>
            <p:ph type="body" idx="16398" hasCustomPrompt="1"/>
            <p:custDataLst>
              <p:tags r:id="rId21"/>
            </p:custDataLst>
          </p:nvPr>
        </p:nvSpPr>
        <p:spPr>
          <a:xfrm>
            <a:off x="1778000" y="49022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3" name="文本占位符 42"/>
          <p:cNvSpPr>
            <a:spLocks noGrp="1"/>
          </p:cNvSpPr>
          <p:nvPr>
            <p:ph type="body" idx="16399" hasCustomPrompt="1"/>
            <p:custDataLst>
              <p:tags r:id="rId22"/>
            </p:custDataLst>
          </p:nvPr>
        </p:nvSpPr>
        <p:spPr>
          <a:xfrm>
            <a:off x="1778000" y="5410200"/>
            <a:ext cx="4089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44" name="装饰  6"/>
          <p:cNvSpPr>
            <a:spLocks noGrp="1"/>
          </p:cNvSpPr>
          <p:nvPr>
            <p:ph type="body" idx="16409" hasCustomPrompt="1"/>
            <p:custDataLst>
              <p:tags r:id="rId23"/>
            </p:custDataLst>
          </p:nvPr>
        </p:nvSpPr>
        <p:spPr>
          <a:xfrm>
            <a:off x="6324600" y="50038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5" name="文本占位符 44"/>
          <p:cNvSpPr>
            <a:spLocks noGrp="1"/>
          </p:cNvSpPr>
          <p:nvPr>
            <p:ph type="body" idx="16403" hasCustomPrompt="1"/>
            <p:custDataLst>
              <p:tags r:id="rId24"/>
            </p:custDataLst>
          </p:nvPr>
        </p:nvSpPr>
        <p:spPr>
          <a:xfrm>
            <a:off x="6508750" y="52324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06</a:t>
            </a:r>
            <a:endParaRPr lang="zh-CN" altLang="en-US" smtClean="0"/>
          </a:p>
        </p:txBody>
      </p:sp>
      <p:sp>
        <p:nvSpPr>
          <p:cNvPr id="46" name="文本占位符 45"/>
          <p:cNvSpPr>
            <a:spLocks noGrp="1"/>
          </p:cNvSpPr>
          <p:nvPr>
            <p:ph type="body" idx="16401" hasCustomPrompt="1"/>
            <p:custDataLst>
              <p:tags r:id="rId25"/>
            </p:custDataLst>
          </p:nvPr>
        </p:nvSpPr>
        <p:spPr>
          <a:xfrm>
            <a:off x="7493000" y="49022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7" name="文本占位符 46"/>
          <p:cNvSpPr>
            <a:spLocks noGrp="1"/>
          </p:cNvSpPr>
          <p:nvPr>
            <p:ph type="body" idx="16402" hasCustomPrompt="1"/>
            <p:custDataLst>
              <p:tags r:id="rId26"/>
            </p:custDataLst>
          </p:nvPr>
        </p:nvSpPr>
        <p:spPr>
          <a:xfrm>
            <a:off x="7493000" y="5410200"/>
            <a:ext cx="4089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6" Type="http://schemas.openxmlformats.org/officeDocument/2006/relationships/theme" Target="../theme/theme2.xml"/><Relationship Id="rId45" Type="http://schemas.openxmlformats.org/officeDocument/2006/relationships/tags" Target="../tags/tag356.xml"/><Relationship Id="rId44" Type="http://schemas.openxmlformats.org/officeDocument/2006/relationships/tags" Target="../tags/tag355.xml"/><Relationship Id="rId43" Type="http://schemas.openxmlformats.org/officeDocument/2006/relationships/tags" Target="../tags/tag354.xml"/><Relationship Id="rId42" Type="http://schemas.openxmlformats.org/officeDocument/2006/relationships/tags" Target="../tags/tag353.xml"/><Relationship Id="rId41" Type="http://schemas.openxmlformats.org/officeDocument/2006/relationships/tags" Target="../tags/tag352.xml"/><Relationship Id="rId40" Type="http://schemas.openxmlformats.org/officeDocument/2006/relationships/tags" Target="../tags/tag351.xml"/><Relationship Id="rId4" Type="http://schemas.openxmlformats.org/officeDocument/2006/relationships/slideLayout" Target="../slideLayouts/slideLayout14.xml"/><Relationship Id="rId39" Type="http://schemas.openxmlformats.org/officeDocument/2006/relationships/tags" Target="../tags/tag350.xml"/><Relationship Id="rId38" Type="http://schemas.openxmlformats.org/officeDocument/2006/relationships/image" Target="../media/image1.png"/><Relationship Id="rId37" Type="http://schemas.openxmlformats.org/officeDocument/2006/relationships/tags" Target="../tags/tag349.xml"/><Relationship Id="rId36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1"/>
          <p:cNvPicPr>
            <a:picLocks noChangeAspect="1"/>
          </p:cNvPicPr>
          <p:nvPr userDrawn="1">
            <p:custDataLst>
              <p:tags r:id="rId37"/>
            </p:custDataLst>
          </p:nvPr>
        </p:nvPicPr>
        <p:blipFill>
          <a:blip r:embed="rId38">
            <a:alphaModFix amt="25000"/>
          </a:blip>
          <a:srcRect b="31694"/>
          <a:stretch>
            <a:fillRect/>
          </a:stretch>
        </p:blipFill>
        <p:spPr>
          <a:xfrm>
            <a:off x="635" y="0"/>
            <a:ext cx="12191365" cy="68459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51" h="10800">
                <a:moveTo>
                  <a:pt x="0" y="0"/>
                </a:moveTo>
                <a:lnTo>
                  <a:pt x="19251" y="0"/>
                </a:lnTo>
                <a:lnTo>
                  <a:pt x="19251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4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1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4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4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accent1"/>
          </a:solidFill>
          <a:effectLst/>
          <a:uFill>
            <a:solidFill>
              <a:schemeClr val="lt1"/>
            </a:solidFill>
          </a:uFill>
          <a:latin typeface="黑体" panose="02010609060101010101" charset="-122"/>
          <a:ea typeface="黑体" panose="02010609060101010101" charset="-122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b="0" kern="1200" spc="0">
          <a:solidFill>
            <a:schemeClr val="tx2"/>
          </a:solidFill>
          <a:latin typeface="黑体" panose="02010609060101010101" charset="-122"/>
          <a:ea typeface="黑体" panose="02010609060101010101" charset="-122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b="0" kern="1200" spc="0">
          <a:solidFill>
            <a:schemeClr val="tx2"/>
          </a:solidFill>
          <a:latin typeface="黑体" panose="02010609060101010101" charset="-122"/>
          <a:ea typeface="黑体" panose="02010609060101010101" charset="-122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 spc="0">
          <a:solidFill>
            <a:schemeClr val="tx2"/>
          </a:solidFill>
          <a:latin typeface="黑体" panose="02010609060101010101" charset="-122"/>
          <a:ea typeface="黑体" panose="02010609060101010101" charset="-122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 spc="0">
          <a:solidFill>
            <a:schemeClr val="tx2"/>
          </a:solidFill>
          <a:latin typeface="黑体" panose="02010609060101010101" charset="-122"/>
          <a:ea typeface="黑体" panose="02010609060101010101" charset="-122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 spc="0">
          <a:solidFill>
            <a:schemeClr val="tx2"/>
          </a:solidFill>
          <a:latin typeface="黑体" panose="02010609060101010101" charset="-122"/>
          <a:ea typeface="黑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8.xml"/><Relationship Id="rId3" Type="http://schemas.openxmlformats.org/officeDocument/2006/relationships/tags" Target="../tags/tag359.xml"/><Relationship Id="rId2" Type="http://schemas.openxmlformats.org/officeDocument/2006/relationships/tags" Target="../tags/tag358.xml"/><Relationship Id="rId1" Type="http://schemas.openxmlformats.org/officeDocument/2006/relationships/tags" Target="../tags/tag35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68.xml"/><Relationship Id="rId8" Type="http://schemas.openxmlformats.org/officeDocument/2006/relationships/tags" Target="../tags/tag367.xml"/><Relationship Id="rId7" Type="http://schemas.openxmlformats.org/officeDocument/2006/relationships/tags" Target="../tags/tag366.xml"/><Relationship Id="rId6" Type="http://schemas.openxmlformats.org/officeDocument/2006/relationships/tags" Target="../tags/tag365.xml"/><Relationship Id="rId5" Type="http://schemas.openxmlformats.org/officeDocument/2006/relationships/tags" Target="../tags/tag364.xml"/><Relationship Id="rId4" Type="http://schemas.openxmlformats.org/officeDocument/2006/relationships/tags" Target="../tags/tag363.xml"/><Relationship Id="rId3" Type="http://schemas.openxmlformats.org/officeDocument/2006/relationships/tags" Target="../tags/tag362.xml"/><Relationship Id="rId2" Type="http://schemas.openxmlformats.org/officeDocument/2006/relationships/tags" Target="../tags/tag361.xml"/><Relationship Id="rId12" Type="http://schemas.openxmlformats.org/officeDocument/2006/relationships/slideLayout" Target="../slideLayouts/slideLayout28.xml"/><Relationship Id="rId11" Type="http://schemas.openxmlformats.org/officeDocument/2006/relationships/tags" Target="../tags/tag370.xml"/><Relationship Id="rId10" Type="http://schemas.openxmlformats.org/officeDocument/2006/relationships/tags" Target="../tags/tag369.xml"/><Relationship Id="rId1" Type="http://schemas.openxmlformats.org/officeDocument/2006/relationships/tags" Target="../tags/tag36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79.xml"/><Relationship Id="rId8" Type="http://schemas.openxmlformats.org/officeDocument/2006/relationships/tags" Target="../tags/tag378.xml"/><Relationship Id="rId7" Type="http://schemas.openxmlformats.org/officeDocument/2006/relationships/tags" Target="../tags/tag377.xml"/><Relationship Id="rId6" Type="http://schemas.openxmlformats.org/officeDocument/2006/relationships/tags" Target="../tags/tag376.xml"/><Relationship Id="rId5" Type="http://schemas.openxmlformats.org/officeDocument/2006/relationships/tags" Target="../tags/tag375.xml"/><Relationship Id="rId4" Type="http://schemas.openxmlformats.org/officeDocument/2006/relationships/tags" Target="../tags/tag374.xml"/><Relationship Id="rId3" Type="http://schemas.openxmlformats.org/officeDocument/2006/relationships/tags" Target="../tags/tag373.xml"/><Relationship Id="rId20" Type="http://schemas.openxmlformats.org/officeDocument/2006/relationships/slideLayout" Target="../slideLayouts/slideLayout26.xml"/><Relationship Id="rId2" Type="http://schemas.openxmlformats.org/officeDocument/2006/relationships/tags" Target="../tags/tag372.xml"/><Relationship Id="rId19" Type="http://schemas.openxmlformats.org/officeDocument/2006/relationships/tags" Target="../tags/tag389.xml"/><Relationship Id="rId18" Type="http://schemas.openxmlformats.org/officeDocument/2006/relationships/tags" Target="../tags/tag388.xml"/><Relationship Id="rId17" Type="http://schemas.openxmlformats.org/officeDocument/2006/relationships/tags" Target="../tags/tag387.xml"/><Relationship Id="rId16" Type="http://schemas.openxmlformats.org/officeDocument/2006/relationships/tags" Target="../tags/tag386.xml"/><Relationship Id="rId15" Type="http://schemas.openxmlformats.org/officeDocument/2006/relationships/tags" Target="../tags/tag385.xml"/><Relationship Id="rId14" Type="http://schemas.openxmlformats.org/officeDocument/2006/relationships/tags" Target="../tags/tag384.xml"/><Relationship Id="rId13" Type="http://schemas.openxmlformats.org/officeDocument/2006/relationships/tags" Target="../tags/tag383.xml"/><Relationship Id="rId12" Type="http://schemas.openxmlformats.org/officeDocument/2006/relationships/tags" Target="../tags/tag382.xml"/><Relationship Id="rId11" Type="http://schemas.openxmlformats.org/officeDocument/2006/relationships/tags" Target="../tags/tag381.xml"/><Relationship Id="rId10" Type="http://schemas.openxmlformats.org/officeDocument/2006/relationships/tags" Target="../tags/tag380.xml"/><Relationship Id="rId1" Type="http://schemas.openxmlformats.org/officeDocument/2006/relationships/tags" Target="../tags/tag37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tags" Target="../tags/tag390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9.xml"/><Relationship Id="rId3" Type="http://schemas.openxmlformats.org/officeDocument/2006/relationships/tags" Target="../tags/tag393.xml"/><Relationship Id="rId2" Type="http://schemas.openxmlformats.org/officeDocument/2006/relationships/tags" Target="../tags/tag392.xml"/><Relationship Id="rId1" Type="http://schemas.openxmlformats.org/officeDocument/2006/relationships/tags" Target="../tags/tag39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tags" Target="../tags/tag394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9.xml"/><Relationship Id="rId3" Type="http://schemas.openxmlformats.org/officeDocument/2006/relationships/tags" Target="../tags/tag397.xml"/><Relationship Id="rId2" Type="http://schemas.openxmlformats.org/officeDocument/2006/relationships/tags" Target="../tags/tag396.xml"/><Relationship Id="rId1" Type="http://schemas.openxmlformats.org/officeDocument/2006/relationships/tags" Target="../tags/tag39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7" Type="http://schemas.openxmlformats.org/officeDocument/2006/relationships/tags" Target="../tags/tag39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07.xml"/><Relationship Id="rId8" Type="http://schemas.openxmlformats.org/officeDocument/2006/relationships/tags" Target="../tags/tag406.xml"/><Relationship Id="rId7" Type="http://schemas.openxmlformats.org/officeDocument/2006/relationships/tags" Target="../tags/tag405.xml"/><Relationship Id="rId6" Type="http://schemas.openxmlformats.org/officeDocument/2006/relationships/tags" Target="../tags/tag404.xml"/><Relationship Id="rId5" Type="http://schemas.openxmlformats.org/officeDocument/2006/relationships/tags" Target="../tags/tag403.xml"/><Relationship Id="rId4" Type="http://schemas.openxmlformats.org/officeDocument/2006/relationships/tags" Target="../tags/tag402.xml"/><Relationship Id="rId3" Type="http://schemas.openxmlformats.org/officeDocument/2006/relationships/tags" Target="../tags/tag401.xml"/><Relationship Id="rId2" Type="http://schemas.openxmlformats.org/officeDocument/2006/relationships/tags" Target="../tags/tag400.xml"/><Relationship Id="rId14" Type="http://schemas.openxmlformats.org/officeDocument/2006/relationships/slideLayout" Target="../slideLayouts/slideLayout42.xml"/><Relationship Id="rId13" Type="http://schemas.openxmlformats.org/officeDocument/2006/relationships/tags" Target="../tags/tag409.xml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tags" Target="../tags/tag408.xml"/><Relationship Id="rId1" Type="http://schemas.openxmlformats.org/officeDocument/2006/relationships/tags" Target="../tags/tag399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10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19.xml"/><Relationship Id="rId8" Type="http://schemas.openxmlformats.org/officeDocument/2006/relationships/tags" Target="../tags/tag418.xml"/><Relationship Id="rId7" Type="http://schemas.openxmlformats.org/officeDocument/2006/relationships/tags" Target="../tags/tag417.xml"/><Relationship Id="rId6" Type="http://schemas.openxmlformats.org/officeDocument/2006/relationships/tags" Target="../tags/tag416.xml"/><Relationship Id="rId5" Type="http://schemas.openxmlformats.org/officeDocument/2006/relationships/tags" Target="../tags/tag415.xml"/><Relationship Id="rId4" Type="http://schemas.openxmlformats.org/officeDocument/2006/relationships/tags" Target="../tags/tag414.xml"/><Relationship Id="rId3" Type="http://schemas.openxmlformats.org/officeDocument/2006/relationships/tags" Target="../tags/tag413.xml"/><Relationship Id="rId2" Type="http://schemas.openxmlformats.org/officeDocument/2006/relationships/tags" Target="../tags/tag412.xml"/><Relationship Id="rId15" Type="http://schemas.openxmlformats.org/officeDocument/2006/relationships/slideLayout" Target="../slideLayouts/slideLayout46.xml"/><Relationship Id="rId14" Type="http://schemas.openxmlformats.org/officeDocument/2006/relationships/tags" Target="../tags/tag424.xml"/><Relationship Id="rId13" Type="http://schemas.openxmlformats.org/officeDocument/2006/relationships/tags" Target="../tags/tag423.xml"/><Relationship Id="rId12" Type="http://schemas.openxmlformats.org/officeDocument/2006/relationships/tags" Target="../tags/tag422.xml"/><Relationship Id="rId11" Type="http://schemas.openxmlformats.org/officeDocument/2006/relationships/tags" Target="../tags/tag421.xml"/><Relationship Id="rId10" Type="http://schemas.openxmlformats.org/officeDocument/2006/relationships/tags" Target="../tags/tag420.xml"/><Relationship Id="rId1" Type="http://schemas.openxmlformats.org/officeDocument/2006/relationships/tags" Target="../tags/tag41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33.xml"/><Relationship Id="rId8" Type="http://schemas.openxmlformats.org/officeDocument/2006/relationships/tags" Target="../tags/tag432.xml"/><Relationship Id="rId7" Type="http://schemas.openxmlformats.org/officeDocument/2006/relationships/tags" Target="../tags/tag431.xml"/><Relationship Id="rId6" Type="http://schemas.openxmlformats.org/officeDocument/2006/relationships/tags" Target="../tags/tag430.xml"/><Relationship Id="rId5" Type="http://schemas.openxmlformats.org/officeDocument/2006/relationships/tags" Target="../tags/tag429.xml"/><Relationship Id="rId4" Type="http://schemas.openxmlformats.org/officeDocument/2006/relationships/tags" Target="../tags/tag428.xml"/><Relationship Id="rId3" Type="http://schemas.openxmlformats.org/officeDocument/2006/relationships/tags" Target="../tags/tag427.xml"/><Relationship Id="rId2" Type="http://schemas.openxmlformats.org/officeDocument/2006/relationships/tags" Target="../tags/tag426.xml"/><Relationship Id="rId17" Type="http://schemas.openxmlformats.org/officeDocument/2006/relationships/slideLayout" Target="../slideLayouts/slideLayout46.xml"/><Relationship Id="rId16" Type="http://schemas.openxmlformats.org/officeDocument/2006/relationships/tags" Target="../tags/tag440.xml"/><Relationship Id="rId15" Type="http://schemas.openxmlformats.org/officeDocument/2006/relationships/tags" Target="../tags/tag439.xml"/><Relationship Id="rId14" Type="http://schemas.openxmlformats.org/officeDocument/2006/relationships/tags" Target="../tags/tag438.xml"/><Relationship Id="rId13" Type="http://schemas.openxmlformats.org/officeDocument/2006/relationships/tags" Target="../tags/tag437.xml"/><Relationship Id="rId12" Type="http://schemas.openxmlformats.org/officeDocument/2006/relationships/tags" Target="../tags/tag436.xml"/><Relationship Id="rId11" Type="http://schemas.openxmlformats.org/officeDocument/2006/relationships/tags" Target="../tags/tag435.xml"/><Relationship Id="rId10" Type="http://schemas.openxmlformats.org/officeDocument/2006/relationships/tags" Target="../tags/tag434.xml"/><Relationship Id="rId1" Type="http://schemas.openxmlformats.org/officeDocument/2006/relationships/tags" Target="../tags/tag42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0.xml"/><Relationship Id="rId3" Type="http://schemas.openxmlformats.org/officeDocument/2006/relationships/tags" Target="../tags/tag443.xml"/><Relationship Id="rId2" Type="http://schemas.openxmlformats.org/officeDocument/2006/relationships/tags" Target="../tags/tag442.xml"/><Relationship Id="rId1" Type="http://schemas.openxmlformats.org/officeDocument/2006/relationships/tags" Target="../tags/tag4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891005" y="1552355"/>
            <a:ext cx="8384646" cy="1879600"/>
          </a:xfrm>
        </p:spPr>
        <p:txBody>
          <a:bodyPr>
            <a:normAutofit/>
          </a:bodyPr>
          <a:p>
            <a:r>
              <a:rPr lang="zh-CN" altLang="en-US"/>
              <a:t>基于Docker的三层Web应用容器化部署项目汇报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87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汇报人: </a:t>
            </a:r>
            <a:endParaRPr lang="zh-CN" altLang="en-US"/>
          </a:p>
        </p:txBody>
      </p:sp>
      <p:sp>
        <p:nvSpPr>
          <p:cNvPr id="5" name="文本框 4"/>
          <p:cNvSpPr txBox="1"/>
          <p:nvPr userDrawn="1"/>
        </p:nvSpPr>
        <p:spPr>
          <a:xfrm>
            <a:off x="5506054" y="3680789"/>
            <a:ext cx="5687584" cy="49346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accent1"/>
                </a:solidFill>
              </a:rPr>
              <a:t>------解决环境一致性问题，实现多服务快速编排</a:t>
            </a:r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0"/>
            <a:ext cx="7315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为什么需要容器化部署？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83028" y="160149"/>
            <a:ext cx="3433948" cy="609600"/>
          </a:xfrm>
        </p:spPr>
        <p:txBody>
          <a:bodyPr>
            <a:normAutofit/>
          </a:bodyPr>
          <a:p>
            <a:r>
              <a:rPr lang="en-US" altLang="zh-CN" sz="3200">
                <a:solidFill>
                  <a:schemeClr val="accent1"/>
                </a:solidFill>
              </a:rPr>
              <a:t>1.</a:t>
            </a:r>
            <a:r>
              <a:rPr lang="zh-CN" altLang="en-US" sz="3200">
                <a:solidFill>
                  <a:schemeClr val="accent1"/>
                </a:solidFill>
              </a:rPr>
              <a:t>项目背景与目标</a:t>
            </a:r>
            <a:endParaRPr lang="zh-CN" altLang="en-US" sz="3200">
              <a:solidFill>
                <a:schemeClr val="accent1"/>
              </a:solidFill>
            </a:endParaRPr>
          </a:p>
        </p:txBody>
      </p:sp>
      <p:sp>
        <p:nvSpPr>
          <p:cNvPr id="3" name="装饰  7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>
          <a:xfrm>
            <a:off x="609527" y="1857188"/>
            <a:ext cx="3454400" cy="2649657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914464" y="2196872"/>
            <a:ext cx="2844800" cy="406447"/>
          </a:xfrm>
        </p:spPr>
        <p:txBody>
          <a:bodyPr>
            <a:normAutofit/>
          </a:bodyPr>
          <a:p>
            <a:r>
              <a:rPr lang="zh-CN" altLang="en-US"/>
              <a:t>环境一致性差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914464" y="2895664"/>
            <a:ext cx="2844800" cy="1402228"/>
          </a:xfrm>
        </p:spPr>
        <p:txBody>
          <a:bodyPr>
            <a:normAutofit/>
          </a:bodyPr>
          <a:p>
            <a:r>
              <a:rPr lang="zh-CN" altLang="en-US"/>
              <a:t>某电商企业部署时，开发环境运行正常的代码在生产环境频繁报错，排查发现是依赖库版本差异导致，修复耗时3天。</a:t>
            </a:r>
            <a:endParaRPr lang="zh-CN" altLang="en-US"/>
          </a:p>
        </p:txBody>
      </p:sp>
      <p:sp>
        <p:nvSpPr>
          <p:cNvPr id="6" name="装饰  0"/>
          <p:cNvSpPr>
            <a:spLocks noGrp="1"/>
          </p:cNvSpPr>
          <p:nvPr>
            <p:ph type="body" idx="16393"/>
            <p:custDataLst>
              <p:tags r:id="rId5"/>
            </p:custDataLst>
          </p:nvPr>
        </p:nvSpPr>
        <p:spPr>
          <a:xfrm>
            <a:off x="4203546" y="1857188"/>
            <a:ext cx="3454400" cy="2649724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4810428" y="2196846"/>
            <a:ext cx="2077762" cy="406400"/>
          </a:xfrm>
        </p:spPr>
        <p:txBody>
          <a:bodyPr>
            <a:normAutofit/>
          </a:bodyPr>
          <a:p>
            <a:r>
              <a:rPr lang="zh-CN" altLang="en-US"/>
              <a:t>部署效率低下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4508374" y="2948917"/>
            <a:ext cx="2844800" cy="1295594"/>
          </a:xfrm>
        </p:spPr>
        <p:txBody>
          <a:bodyPr>
            <a:normAutofit/>
          </a:bodyPr>
          <a:p>
            <a:r>
              <a:rPr lang="zh-CN" altLang="en-US"/>
              <a:t>某金融系统采用手动部署，单节点部署需执行20+步骤，全量更新耗时约4小时，期间业务中断风险高。</a:t>
            </a:r>
            <a:endParaRPr lang="zh-CN" altLang="en-US"/>
          </a:p>
        </p:txBody>
      </p:sp>
      <p:sp>
        <p:nvSpPr>
          <p:cNvPr id="9" name="装饰  4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>
          <a:xfrm>
            <a:off x="7797445" y="1857188"/>
            <a:ext cx="3454400" cy="2649724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>
          <a:xfrm>
            <a:off x="8102292" y="2196846"/>
            <a:ext cx="2844800" cy="406400"/>
          </a:xfrm>
        </p:spPr>
        <p:txBody>
          <a:bodyPr>
            <a:normAutofit/>
          </a:bodyPr>
          <a:p>
            <a:r>
              <a:rPr lang="zh-CN" altLang="en-US"/>
              <a:t>资源利用率低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>
          <a:xfrm>
            <a:off x="8102292" y="2948858"/>
            <a:ext cx="2844793" cy="1349034"/>
          </a:xfrm>
        </p:spPr>
        <p:txBody>
          <a:bodyPr>
            <a:normAutofit/>
          </a:bodyPr>
          <a:p>
            <a:r>
              <a:rPr lang="zh-CN" altLang="en-US"/>
              <a:t>某政务平台为保证峰值性能，为各应用单独配置服务器，平均CPU使用率仅15%-20%，硬件资源浪费严重。</a:t>
            </a:r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369570" y="1017270"/>
            <a:ext cx="6184900" cy="52197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000000"/>
                </a:solidFill>
              </a:rPr>
              <a:t>为什么需要容器化部署？</a:t>
            </a:r>
            <a:endParaRPr lang="zh-CN" altLang="en-US" sz="2800">
              <a:solidFill>
                <a:srgbClr val="000000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14464" y="5016574"/>
            <a:ext cx="8727274" cy="1440827"/>
          </a:xfrm>
          <a:prstGeom prst="rect">
            <a:avLst/>
          </a:prstGeom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容器化封装三层应用：前端（</a:t>
            </a:r>
            <a:r>
              <a:rPr lang="en-US" altLang="zh-CN"/>
              <a:t>Nginx</a:t>
            </a:r>
            <a:r>
              <a:rPr lang="zh-CN" altLang="en-US"/>
              <a:t>）、后端（</a:t>
            </a:r>
            <a:r>
              <a:rPr lang="en-US" altLang="zh-CN"/>
              <a:t>Node.js</a:t>
            </a:r>
            <a:r>
              <a:rPr lang="zh-CN" altLang="en-US"/>
              <a:t>）、数据库（</a:t>
            </a:r>
            <a:r>
              <a:rPr lang="en-US" altLang="zh-CN"/>
              <a:t>MySQL</a:t>
            </a:r>
            <a:r>
              <a:rPr lang="zh-CN" altLang="en-US"/>
              <a:t>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</a:t>
            </a:r>
            <a:r>
              <a:rPr lang="en-US" altLang="zh-CN"/>
              <a:t> docker-compose </a:t>
            </a:r>
            <a:r>
              <a:rPr lang="zh-CN" altLang="en-US"/>
              <a:t>实现一键编排与服务依赖管理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确保服务间网络互通与数据库数据持久化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装饰  7"/>
          <p:cNvSpPr>
            <a:spLocks noGrp="1"/>
          </p:cNvSpPr>
          <p:nvPr>
            <p:ph type="body" idx="16392"/>
            <p:custDataLst>
              <p:tags r:id="rId1"/>
            </p:custDataLst>
          </p:nvPr>
        </p:nvSpPr>
        <p:spPr>
          <a:xfrm>
            <a:off x="467397" y="1097357"/>
            <a:ext cx="3454400" cy="2387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772335" y="1351385"/>
            <a:ext cx="2844800" cy="406400"/>
          </a:xfrm>
        </p:spPr>
        <p:txBody>
          <a:bodyPr>
            <a:normAutofit/>
          </a:bodyPr>
          <a:p>
            <a:r>
              <a:rPr lang="zh-CN" altLang="en-US"/>
              <a:t>镜像分层存储机制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772335" y="1808528"/>
            <a:ext cx="2844800" cy="1524000"/>
          </a:xfrm>
        </p:spPr>
        <p:txBody>
          <a:bodyPr>
            <a:normAutofit/>
          </a:bodyPr>
          <a:p>
            <a:r>
              <a:rPr lang="zh-CN" altLang="en-US"/>
              <a:t>Docker采用UnionFS实现镜像分层，如Nginx镜像由基础层+应用层构成，修改仅增量更新，提升部署效率30%。</a:t>
            </a:r>
            <a:endParaRPr lang="zh-CN" altLang="en-US"/>
          </a:p>
        </p:txBody>
      </p:sp>
      <p:sp>
        <p:nvSpPr>
          <p:cNvPr id="7" name="装饰  1"/>
          <p:cNvSpPr>
            <a:spLocks noGrp="1"/>
          </p:cNvSpPr>
          <p:nvPr>
            <p:ph type="body" idx="16394"/>
            <p:custDataLst>
              <p:tags r:id="rId4"/>
            </p:custDataLst>
          </p:nvPr>
        </p:nvSpPr>
        <p:spPr>
          <a:xfrm>
            <a:off x="4226609" y="1097428"/>
            <a:ext cx="3454400" cy="2387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>
          <a:xfrm>
            <a:off x="4531409" y="1300628"/>
            <a:ext cx="2844800" cy="406400"/>
          </a:xfrm>
        </p:spPr>
        <p:txBody>
          <a:bodyPr>
            <a:normAutofit/>
          </a:bodyPr>
          <a:p>
            <a:r>
              <a:rPr lang="zh-CN" altLang="en-US"/>
              <a:t>容器隔离与资源限制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>
          <a:xfrm>
            <a:off x="4531409" y="1757828"/>
            <a:ext cx="2844800" cy="1524000"/>
          </a:xfrm>
        </p:spPr>
        <p:txBody>
          <a:bodyPr>
            <a:normAutofit/>
          </a:bodyPr>
          <a:p>
            <a:r>
              <a:rPr lang="zh-CN" altLang="en-US"/>
              <a:t>通过Linux Namespaces和Cgroups实现隔离，阿里电商平台用此技术将单服务器容器密度提升至传统虚拟机的5倍。</a:t>
            </a:r>
            <a:endParaRPr lang="zh-CN" altLang="en-US"/>
          </a:p>
        </p:txBody>
      </p:sp>
      <p:sp>
        <p:nvSpPr>
          <p:cNvPr id="11" name="装饰  6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>
          <a:xfrm>
            <a:off x="7983165" y="1097357"/>
            <a:ext cx="3454400" cy="2387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>
          <a:xfrm>
            <a:off x="8287965" y="1300557"/>
            <a:ext cx="2844800" cy="406400"/>
          </a:xfrm>
        </p:spPr>
        <p:txBody>
          <a:bodyPr>
            <a:normAutofit/>
          </a:bodyPr>
          <a:p>
            <a:r>
              <a:rPr lang="zh-CN" altLang="en-US"/>
              <a:t>多阶段构建优化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>
          <a:xfrm>
            <a:off x="8287965" y="1757757"/>
            <a:ext cx="2844800" cy="1524000"/>
          </a:xfrm>
        </p:spPr>
        <p:txBody>
          <a:bodyPr>
            <a:normAutofit/>
          </a:bodyPr>
          <a:p>
            <a:r>
              <a:rPr lang="zh-CN" altLang="en-US"/>
              <a:t>以Java项目为例，先用Maven镜像编译打包，再将JAR包复制到轻量Alpine镜像，最终镜像体积减少60%以上。</a:t>
            </a:r>
            <a:endParaRPr lang="zh-CN" altLang="en-US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71450" y="92716"/>
            <a:ext cx="3856990" cy="58356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accent1"/>
                </a:solidFill>
              </a:rPr>
              <a:t>2</a:t>
            </a:r>
            <a:r>
              <a:rPr lang="en-US" altLang="zh-CN" sz="3200">
                <a:solidFill>
                  <a:schemeClr val="accent1"/>
                </a:solidFill>
                <a:cs typeface="Arial" panose="020B0604020202020204" pitchFamily="34" charset="0"/>
              </a:rPr>
              <a:t>.</a:t>
            </a:r>
            <a:r>
              <a:rPr lang="zh-CN" altLang="en-US" sz="3200">
                <a:solidFill>
                  <a:schemeClr val="accent1"/>
                </a:solidFill>
              </a:rPr>
              <a:t>关键概念与原理</a:t>
            </a:r>
            <a:endParaRPr lang="zh-CN" altLang="en-US" sz="3200">
              <a:solidFill>
                <a:schemeClr val="accent1"/>
              </a:solidFill>
            </a:endParaRPr>
          </a:p>
        </p:txBody>
      </p:sp>
      <p:sp>
        <p:nvSpPr>
          <p:cNvPr id="42" name="装饰  7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16742" y="3695003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3" name="文本占位符 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72273" y="3911529"/>
            <a:ext cx="28448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核心功能与配置文件</a:t>
            </a:r>
            <a:endParaRPr lang="zh-CN" altLang="en-US"/>
          </a:p>
        </p:txBody>
      </p:sp>
      <p:sp>
        <p:nvSpPr>
          <p:cNvPr id="44" name="文本占位符 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72390" y="4406092"/>
            <a:ext cx="2844800" cy="15240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Docker Compose</a:t>
            </a:r>
            <a:r>
              <a:rPr lang="zh-CN" altLang="en-US"/>
              <a:t>通过</a:t>
            </a:r>
            <a:r>
              <a:rPr lang="en-US" altLang="zh-CN"/>
              <a:t>YAML</a:t>
            </a:r>
            <a:r>
              <a:rPr lang="zh-CN" altLang="en-US"/>
              <a:t>文件定义多容器应用，如定义</a:t>
            </a:r>
            <a:r>
              <a:rPr lang="en-US" altLang="zh-CN"/>
              <a:t>web</a:t>
            </a:r>
            <a:r>
              <a:rPr lang="zh-CN" altLang="en-US"/>
              <a:t>、</a:t>
            </a:r>
            <a:r>
              <a:rPr lang="en-US" altLang="zh-CN"/>
              <a:t>db</a:t>
            </a:r>
            <a:r>
              <a:rPr lang="zh-CN" altLang="en-US"/>
              <a:t>、</a:t>
            </a:r>
            <a:r>
              <a:rPr lang="en-US" altLang="zh-CN"/>
              <a:t>redis</a:t>
            </a:r>
            <a:r>
              <a:rPr lang="zh-CN" altLang="en-US"/>
              <a:t>服务，指定镜像、端口映射和依赖关系，简化部署流程。</a:t>
            </a:r>
            <a:endParaRPr lang="zh-CN" altLang="en-US"/>
          </a:p>
        </p:txBody>
      </p:sp>
      <p:sp>
        <p:nvSpPr>
          <p:cNvPr id="45" name="装饰  7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983120" y="3695003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6" name="文本占位符 4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8287941" y="3911489"/>
            <a:ext cx="28448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 fontScale="90000"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数据持久化与存储管理</a:t>
            </a:r>
            <a:endParaRPr lang="zh-CN" altLang="en-US"/>
          </a:p>
        </p:txBody>
      </p:sp>
      <p:sp>
        <p:nvSpPr>
          <p:cNvPr id="47" name="文本占位符 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8287941" y="4406135"/>
            <a:ext cx="2844800" cy="15240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课程涉及的</a:t>
            </a:r>
            <a:r>
              <a:rPr lang="en-US" altLang="zh-CN"/>
              <a:t>MySQL</a:t>
            </a:r>
            <a:r>
              <a:rPr lang="zh-CN" altLang="en-US"/>
              <a:t>数据持久化方案，对应</a:t>
            </a:r>
            <a:r>
              <a:rPr lang="en-US" altLang="zh-CN"/>
              <a:t>Docker</a:t>
            </a:r>
            <a:r>
              <a:rPr lang="zh-CN" altLang="en-US"/>
              <a:t>通过</a:t>
            </a:r>
            <a:r>
              <a:rPr lang="en-US" altLang="zh-CN"/>
              <a:t>-v /host/data:/var/lib/mysql</a:t>
            </a:r>
            <a:r>
              <a:rPr lang="zh-CN" altLang="en-US"/>
              <a:t>挂载宿主机目录，确保容器重启数据不丢失。</a:t>
            </a:r>
            <a:endParaRPr lang="zh-CN" altLang="en-US"/>
          </a:p>
        </p:txBody>
      </p:sp>
      <p:sp>
        <p:nvSpPr>
          <p:cNvPr id="48" name="装饰  7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4226619" y="3695003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9" name="文本占位符 4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4531440" y="3911489"/>
            <a:ext cx="28448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进程管理与资源隔离</a:t>
            </a:r>
            <a:endParaRPr lang="zh-CN" altLang="en-US"/>
          </a:p>
        </p:txBody>
      </p:sp>
      <p:sp>
        <p:nvSpPr>
          <p:cNvPr id="50" name="文本占位符 5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4531440" y="4406135"/>
            <a:ext cx="2844800" cy="15240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 fontScale="90000"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课程中学习的</a:t>
            </a:r>
            <a:r>
              <a:rPr lang="en-US" altLang="zh-CN"/>
              <a:t>Linux Namespaces</a:t>
            </a:r>
            <a:r>
              <a:rPr lang="zh-CN" altLang="en-US"/>
              <a:t>技术，如</a:t>
            </a:r>
            <a:r>
              <a:rPr lang="en-US" altLang="zh-CN"/>
              <a:t>PID</a:t>
            </a:r>
            <a:r>
              <a:rPr lang="zh-CN" altLang="en-US"/>
              <a:t>、</a:t>
            </a:r>
            <a:r>
              <a:rPr lang="en-US" altLang="zh-CN"/>
              <a:t>Mount</a:t>
            </a:r>
            <a:r>
              <a:rPr lang="zh-CN" altLang="en-US"/>
              <a:t>命名空间，是</a:t>
            </a:r>
            <a:r>
              <a:rPr lang="en-US" altLang="zh-CN"/>
              <a:t>Docker</a:t>
            </a:r>
            <a:r>
              <a:rPr lang="zh-CN" altLang="en-US"/>
              <a:t>容器实现进程隔离的核心，对应</a:t>
            </a:r>
            <a:r>
              <a:rPr lang="en-US" altLang="zh-CN"/>
              <a:t>Docker run</a:t>
            </a:r>
            <a:r>
              <a:rPr lang="zh-CN" altLang="en-US"/>
              <a:t>时的</a:t>
            </a:r>
            <a:r>
              <a:rPr lang="en-US" altLang="zh-CN"/>
              <a:t>--pid=host</a:t>
            </a:r>
            <a:r>
              <a:rPr lang="zh-CN" altLang="en-US"/>
              <a:t>等参数配置。</a:t>
            </a:r>
            <a:endParaRPr lang="zh-CN" altLang="en-US"/>
          </a:p>
        </p:txBody>
      </p:sp>
    </p:spTree>
    <p:custDataLst>
      <p:tags r:id="rId19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文本框 12"/>
          <p:cNvSpPr txBox="1"/>
          <p:nvPr userDrawn="1"/>
        </p:nvSpPr>
        <p:spPr>
          <a:xfrm>
            <a:off x="155908" y="181930"/>
            <a:ext cx="3448050" cy="58356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accent1"/>
                </a:solidFill>
              </a:rPr>
              <a:t>3.</a:t>
            </a:r>
            <a:r>
              <a:rPr lang="zh-CN" altLang="en-US" sz="3200">
                <a:solidFill>
                  <a:schemeClr val="accent1"/>
                </a:solidFill>
              </a:rPr>
              <a:t>架构拓扑</a:t>
            </a:r>
            <a:endParaRPr lang="zh-CN" altLang="en-US" sz="3200">
              <a:solidFill>
                <a:schemeClr val="accent1"/>
              </a:solidFill>
            </a:endParaRPr>
          </a:p>
        </p:txBody>
      </p:sp>
      <p:pic>
        <p:nvPicPr>
          <p:cNvPr id="25" name="图片 24" descr="post_object_image_645957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943" y="1358865"/>
            <a:ext cx="10700256" cy="4318007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关键实现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325" y="1878330"/>
            <a:ext cx="4654550" cy="413385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0" y="488950"/>
            <a:ext cx="3746500" cy="13081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75" y="2080895"/>
            <a:ext cx="4591050" cy="2273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 r="11679"/>
          <a:stretch>
            <a:fillRect/>
          </a:stretch>
        </p:blipFill>
        <p:spPr>
          <a:xfrm>
            <a:off x="819785" y="278765"/>
            <a:ext cx="6478270" cy="635063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rcRect r="75699"/>
          <a:stretch>
            <a:fillRect/>
          </a:stretch>
        </p:blipFill>
        <p:spPr>
          <a:xfrm>
            <a:off x="8628380" y="3986530"/>
            <a:ext cx="2242185" cy="2254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验证结果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05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820" y="626110"/>
            <a:ext cx="4603750" cy="10287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20" y="2181225"/>
            <a:ext cx="4667250" cy="11303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408940" y="173990"/>
            <a:ext cx="1883410" cy="253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插入数据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17830" y="1768475"/>
            <a:ext cx="2042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查询数据</a:t>
            </a:r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760" y="280035"/>
            <a:ext cx="2687320" cy="388747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3480" y="280035"/>
            <a:ext cx="2292350" cy="37084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560" y="4167505"/>
            <a:ext cx="5093335" cy="261175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255" y="3700145"/>
            <a:ext cx="4895850" cy="175260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25114" y="102746"/>
            <a:ext cx="2954462" cy="615077"/>
          </a:xfrm>
        </p:spPr>
        <p:txBody>
          <a:bodyPr>
            <a:noAutofit/>
          </a:bodyPr>
          <a:p>
            <a:r>
              <a:rPr lang="en-US" altLang="zh-CN" sz="3200">
                <a:solidFill>
                  <a:schemeClr val="accent1"/>
                </a:solidFill>
              </a:rPr>
              <a:t>6.</a:t>
            </a:r>
            <a:r>
              <a:rPr lang="zh-CN" altLang="en-US" sz="3200">
                <a:solidFill>
                  <a:schemeClr val="accent1"/>
                </a:solidFill>
              </a:rPr>
              <a:t>排错与复盘</a:t>
            </a:r>
            <a:endParaRPr lang="zh-CN" altLang="en-US" sz="3200">
              <a:solidFill>
                <a:schemeClr val="accent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555768" y="884702"/>
            <a:ext cx="3454400" cy="406400"/>
          </a:xfrm>
        </p:spPr>
        <p:txBody>
          <a:bodyPr>
            <a:noAutofit/>
          </a:bodyPr>
          <a:p>
            <a:r>
              <a:rPr lang="zh-CN" altLang="en-US" sz="2000"/>
              <a:t>问题</a:t>
            </a:r>
            <a:r>
              <a:rPr lang="en-US" altLang="zh-CN" sz="2000"/>
              <a:t>1</a:t>
            </a:r>
            <a:r>
              <a:rPr lang="zh-CN" altLang="en-US" sz="2000"/>
              <a:t>：容器网络通信异常</a:t>
            </a:r>
            <a:endParaRPr lang="zh-CN" altLang="en-US" sz="2000"/>
          </a:p>
        </p:txBody>
      </p:sp>
      <p:sp>
        <p:nvSpPr>
          <p:cNvPr id="4" name="装饰  8"/>
          <p:cNvSpPr>
            <a:spLocks noGrp="1"/>
          </p:cNvSpPr>
          <p:nvPr>
            <p:ph type="body" idx="16392"/>
            <p:custDataLst>
              <p:tags r:id="rId3"/>
            </p:custDataLst>
          </p:nvPr>
        </p:nvSpPr>
        <p:spPr>
          <a:xfrm>
            <a:off x="555760" y="1635626"/>
            <a:ext cx="3454400" cy="2946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860560" y="1885543"/>
            <a:ext cx="2844800" cy="2328135"/>
          </a:xfrm>
        </p:spPr>
        <p:txBody>
          <a:bodyPr>
            <a:noAutofit/>
          </a:bodyPr>
          <a:p>
            <a:r>
              <a:rPr lang="zh-CN" altLang="en-US" sz="1000"/>
              <a:t>   现象：</a:t>
            </a:r>
            <a:r>
              <a:rPr lang="en-US" altLang="zh-CN" sz="1000"/>
              <a:t>docker pull nginx:alpine</a:t>
            </a:r>
            <a:r>
              <a:rPr lang="zh-CN" altLang="en-US" sz="1000"/>
              <a:t>报错</a:t>
            </a:r>
            <a:r>
              <a:rPr lang="en-US" altLang="zh-CN" sz="1000"/>
              <a:t> context deadline exceeded</a:t>
            </a:r>
            <a:r>
              <a:rPr lang="zh-CN" altLang="en-US" sz="1000"/>
              <a:t>。</a:t>
            </a:r>
            <a:endParaRPr lang="zh-CN" altLang="en-US" sz="1000"/>
          </a:p>
          <a:p>
            <a:r>
              <a:rPr lang="zh-CN" altLang="en-US" sz="1000"/>
              <a:t>   定位过程：检查网络连通性（</a:t>
            </a:r>
            <a:r>
              <a:rPr lang="en-US" altLang="zh-CN" sz="1000"/>
              <a:t>`ping hub.docker.com`</a:t>
            </a:r>
            <a:r>
              <a:rPr lang="zh-CN" altLang="en-US" sz="1000"/>
              <a:t>正常），发现</a:t>
            </a:r>
            <a:r>
              <a:rPr lang="en-US" altLang="zh-CN" sz="1000"/>
              <a:t> DNS </a:t>
            </a:r>
            <a:r>
              <a:rPr lang="zh-CN" altLang="en-US" sz="1000"/>
              <a:t>解析失败（</a:t>
            </a:r>
            <a:r>
              <a:rPr lang="en-US" altLang="zh-CN" sz="1000"/>
              <a:t>`nslookup registry-1.docker.io`</a:t>
            </a:r>
            <a:r>
              <a:rPr lang="zh-CN" altLang="en-US" sz="1000"/>
              <a:t>超时）。</a:t>
            </a:r>
            <a:endParaRPr lang="zh-CN" altLang="en-US" sz="1000"/>
          </a:p>
          <a:p>
            <a:r>
              <a:rPr lang="en-US" altLang="zh-CN" sz="1000"/>
              <a:t>   </a:t>
            </a:r>
            <a:r>
              <a:rPr lang="zh-CN" altLang="en-US" sz="1000"/>
              <a:t>根因：系统</a:t>
            </a:r>
            <a:r>
              <a:rPr lang="en-US" altLang="zh-CN" sz="1000"/>
              <a:t> DNS </a:t>
            </a:r>
            <a:r>
              <a:rPr lang="zh-CN" altLang="en-US" sz="1000"/>
              <a:t>配置错误（</a:t>
            </a:r>
            <a:r>
              <a:rPr lang="en-US" altLang="zh-CN" sz="1000"/>
              <a:t>systemd-resolved </a:t>
            </a:r>
            <a:r>
              <a:rPr lang="zh-CN" altLang="en-US" sz="1000"/>
              <a:t>服务异常）。</a:t>
            </a:r>
            <a:endParaRPr lang="zh-CN" altLang="en-US" sz="1000"/>
          </a:p>
          <a:p>
            <a:r>
              <a:rPr lang="en-US" altLang="zh-CN" sz="1000"/>
              <a:t>   </a:t>
            </a:r>
            <a:r>
              <a:rPr lang="zh-CN" altLang="en-US" sz="1000"/>
              <a:t>解决方法：禁用</a:t>
            </a:r>
            <a:r>
              <a:rPr lang="en-US" altLang="zh-CN" sz="1000"/>
              <a:t> systemd-resolved</a:t>
            </a:r>
            <a:r>
              <a:rPr lang="zh-CN" altLang="en-US" sz="1000"/>
              <a:t>，配置静态</a:t>
            </a:r>
            <a:r>
              <a:rPr lang="en-US" altLang="zh-CN" sz="1000"/>
              <a:t> DNS</a:t>
            </a:r>
            <a:r>
              <a:rPr lang="zh-CN" altLang="en-US" sz="1000"/>
              <a:t>（</a:t>
            </a:r>
            <a:r>
              <a:rPr lang="en-US" altLang="zh-CN" sz="1000"/>
              <a:t>`/etc/resolv.conf`</a:t>
            </a:r>
            <a:r>
              <a:rPr lang="zh-CN" altLang="en-US" sz="1000"/>
              <a:t>添加</a:t>
            </a:r>
            <a:r>
              <a:rPr lang="en-US" altLang="zh-CN" sz="1000"/>
              <a:t> `nameserver 8.8.8.8`</a:t>
            </a:r>
            <a:r>
              <a:rPr lang="zh-CN" altLang="en-US" sz="1000"/>
              <a:t>）。</a:t>
            </a:r>
            <a:endParaRPr lang="zh-CN" altLang="en-US" sz="1000"/>
          </a:p>
          <a:p>
            <a:r>
              <a:rPr lang="en-US" altLang="zh-CN" sz="1000"/>
              <a:t>   </a:t>
            </a:r>
            <a:r>
              <a:rPr lang="zh-CN" altLang="en-US" sz="1000"/>
              <a:t>复盘与预防：网络问题优先排查</a:t>
            </a:r>
            <a:r>
              <a:rPr lang="en-US" altLang="zh-CN" sz="1000"/>
              <a:t> DNS </a:t>
            </a:r>
            <a:r>
              <a:rPr lang="zh-CN" altLang="en-US" sz="1000"/>
              <a:t>和防火墙，避免盲目更换镜像源。</a:t>
            </a:r>
            <a:endParaRPr lang="zh-CN" altLang="en-US" sz="1000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>
          <a:xfrm>
            <a:off x="4314968" y="884702"/>
            <a:ext cx="3454400" cy="709581"/>
          </a:xfrm>
        </p:spPr>
        <p:txBody>
          <a:bodyPr>
            <a:noAutofit/>
          </a:bodyPr>
          <a:p>
            <a:r>
              <a:rPr lang="zh-CN" altLang="en-US" sz="2000"/>
              <a:t>问题</a:t>
            </a:r>
            <a:r>
              <a:rPr lang="en-US" altLang="zh-CN" sz="2000"/>
              <a:t>2</a:t>
            </a:r>
            <a:r>
              <a:rPr lang="zh-CN" altLang="en-US" sz="2000"/>
              <a:t>：构建</a:t>
            </a:r>
            <a:r>
              <a:rPr lang="en-US" altLang="zh-CN" sz="2000"/>
              <a:t> backend </a:t>
            </a:r>
            <a:r>
              <a:rPr lang="zh-CN" altLang="en-US" sz="2000"/>
              <a:t>时找不到</a:t>
            </a:r>
            <a:r>
              <a:rPr lang="en-US" altLang="zh-CN" sz="2000"/>
              <a:t> Dockerfile</a:t>
            </a:r>
            <a:endParaRPr lang="zh-CN" altLang="en-US" sz="2000"/>
          </a:p>
        </p:txBody>
      </p:sp>
      <p:sp>
        <p:nvSpPr>
          <p:cNvPr id="7" name="装饰  1"/>
          <p:cNvSpPr>
            <a:spLocks noGrp="1"/>
          </p:cNvSpPr>
          <p:nvPr>
            <p:ph type="body" idx="16393"/>
            <p:custDataLst>
              <p:tags r:id="rId6"/>
            </p:custDataLst>
          </p:nvPr>
        </p:nvSpPr>
        <p:spPr>
          <a:xfrm>
            <a:off x="4314960" y="1635626"/>
            <a:ext cx="3454400" cy="2946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4675663" y="1885513"/>
            <a:ext cx="2840717" cy="2328118"/>
          </a:xfrm>
        </p:spPr>
        <p:txBody>
          <a:bodyPr>
            <a:normAutofit fontScale="25000"/>
          </a:bodyPr>
          <a:p>
            <a:r>
              <a:rPr lang="zh-CN" altLang="en-US" sz="4000"/>
              <a:t>   现象：</a:t>
            </a:r>
            <a:r>
              <a:rPr lang="en-US" altLang="zh-CN" sz="4000"/>
              <a:t>docker compose up</a:t>
            </a:r>
            <a:r>
              <a:rPr lang="zh-CN" altLang="en-US" sz="4000"/>
              <a:t>报错</a:t>
            </a:r>
            <a:r>
              <a:rPr lang="en-US" altLang="zh-CN" sz="4000"/>
              <a:t> open Dockerfile: no such file or directory</a:t>
            </a:r>
            <a:r>
              <a:rPr lang="zh-CN" altLang="en-US" sz="4000"/>
              <a:t>。</a:t>
            </a:r>
            <a:endParaRPr lang="zh-CN" altLang="en-US" sz="4000"/>
          </a:p>
          <a:p>
            <a:r>
              <a:rPr lang="en-US" altLang="zh-CN" sz="4000"/>
              <a:t>   </a:t>
            </a:r>
            <a:r>
              <a:rPr lang="zh-CN" altLang="en-US" sz="4000"/>
              <a:t>定位过程：检查</a:t>
            </a:r>
            <a:r>
              <a:rPr lang="en-US" altLang="zh-CN" sz="4000"/>
              <a:t> `docker-compose.yml`</a:t>
            </a:r>
            <a:r>
              <a:rPr lang="zh-CN" altLang="en-US" sz="4000"/>
              <a:t>中</a:t>
            </a:r>
            <a:r>
              <a:rPr lang="en-US" altLang="zh-CN" sz="4000"/>
              <a:t> `build: ./backend`</a:t>
            </a:r>
            <a:r>
              <a:rPr lang="zh-CN" altLang="en-US" sz="4000"/>
              <a:t>路径，发现</a:t>
            </a:r>
            <a:r>
              <a:rPr lang="en-US" altLang="zh-CN" sz="4000"/>
              <a:t> backend </a:t>
            </a:r>
            <a:r>
              <a:rPr lang="zh-CN" altLang="en-US" sz="4000"/>
              <a:t>目录下无</a:t>
            </a:r>
            <a:r>
              <a:rPr lang="en-US" altLang="zh-CN" sz="4000"/>
              <a:t> Dockerfile</a:t>
            </a:r>
            <a:r>
              <a:rPr lang="zh-CN" altLang="en-US" sz="4000"/>
              <a:t>。</a:t>
            </a:r>
            <a:endParaRPr lang="zh-CN" altLang="en-US" sz="4000"/>
          </a:p>
          <a:p>
            <a:r>
              <a:rPr lang="en-US" altLang="zh-CN" sz="4000"/>
              <a:t>   </a:t>
            </a:r>
            <a:r>
              <a:rPr lang="zh-CN" altLang="en-US" sz="4000"/>
              <a:t>根因：手动创建</a:t>
            </a:r>
            <a:r>
              <a:rPr lang="en-US" altLang="zh-CN" sz="4000"/>
              <a:t> Dockerfile </a:t>
            </a:r>
            <a:r>
              <a:rPr lang="zh-CN" altLang="en-US" sz="4000"/>
              <a:t>时因权限问题失败（</a:t>
            </a:r>
            <a:r>
              <a:rPr lang="en-US" altLang="zh-CN" sz="4000"/>
              <a:t>`frontend/Dockerfile`</a:t>
            </a:r>
            <a:r>
              <a:rPr lang="zh-CN" altLang="en-US" sz="4000"/>
              <a:t>属主为</a:t>
            </a:r>
            <a:r>
              <a:rPr lang="en-US" altLang="zh-CN" sz="4000"/>
              <a:t> root</a:t>
            </a:r>
            <a:r>
              <a:rPr lang="zh-CN" altLang="en-US" sz="4000"/>
              <a:t>）。</a:t>
            </a:r>
            <a:endParaRPr lang="zh-CN" altLang="en-US" sz="4000"/>
          </a:p>
          <a:p>
            <a:r>
              <a:rPr lang="en-US" altLang="zh-CN" sz="4000"/>
              <a:t>   </a:t>
            </a:r>
            <a:r>
              <a:rPr lang="zh-CN" altLang="en-US" sz="4000"/>
              <a:t>解决方法：修复文件属主（</a:t>
            </a:r>
            <a:r>
              <a:rPr lang="en-US" altLang="zh-CN" sz="4000"/>
              <a:t>`sudo chown -R fb:fb ~/my-app`</a:t>
            </a:r>
            <a:r>
              <a:rPr lang="zh-CN" altLang="en-US" sz="4000"/>
              <a:t>），重新创建</a:t>
            </a:r>
            <a:r>
              <a:rPr lang="en-US" altLang="zh-CN" sz="4000"/>
              <a:t> Dockerfile</a:t>
            </a:r>
            <a:r>
              <a:rPr lang="zh-CN" altLang="en-US" sz="4000"/>
              <a:t>。</a:t>
            </a:r>
            <a:endParaRPr lang="zh-CN" altLang="en-US" sz="4000"/>
          </a:p>
          <a:p>
            <a:r>
              <a:rPr lang="en-US" altLang="zh-CN" sz="4000"/>
              <a:t>   </a:t>
            </a:r>
            <a:r>
              <a:rPr lang="zh-CN" altLang="en-US" sz="4000"/>
              <a:t>复盘与预防：文件操作时注意权限，避免使用</a:t>
            </a:r>
            <a:r>
              <a:rPr lang="en-US" altLang="zh-CN" sz="4000"/>
              <a:t> `sudo`</a:t>
            </a:r>
            <a:r>
              <a:rPr lang="zh-CN" altLang="en-US" sz="4000"/>
              <a:t>导致属主混乱。</a:t>
            </a:r>
            <a:endParaRPr lang="zh-CN" altLang="en-US" sz="4000"/>
          </a:p>
        </p:txBody>
      </p:sp>
      <p:sp>
        <p:nvSpPr>
          <p:cNvPr id="9" name="文本占位符 8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>
          <a:xfrm>
            <a:off x="8074168" y="884702"/>
            <a:ext cx="3454400" cy="406400"/>
          </a:xfrm>
        </p:spPr>
        <p:txBody>
          <a:bodyPr>
            <a:normAutofit/>
          </a:bodyPr>
          <a:p>
            <a:r>
              <a:rPr lang="zh-CN" altLang="en-US" sz="1900"/>
              <a:t>问题</a:t>
            </a:r>
            <a:r>
              <a:rPr lang="en-US" altLang="zh-CN" sz="1900"/>
              <a:t>3</a:t>
            </a:r>
            <a:r>
              <a:rPr lang="zh-CN" altLang="en-US" sz="1900"/>
              <a:t>：前端无法访问后端</a:t>
            </a:r>
            <a:r>
              <a:rPr lang="en-US" altLang="zh-CN" sz="1900"/>
              <a:t> API</a:t>
            </a:r>
            <a:endParaRPr lang="zh-CN" altLang="en-US" sz="1900"/>
          </a:p>
        </p:txBody>
      </p:sp>
      <p:sp>
        <p:nvSpPr>
          <p:cNvPr id="10" name="装饰  5"/>
          <p:cNvSpPr>
            <a:spLocks noGrp="1"/>
          </p:cNvSpPr>
          <p:nvPr>
            <p:ph type="body" idx="16394"/>
            <p:custDataLst>
              <p:tags r:id="rId9"/>
            </p:custDataLst>
          </p:nvPr>
        </p:nvSpPr>
        <p:spPr>
          <a:xfrm>
            <a:off x="8074160" y="1635626"/>
            <a:ext cx="3454400" cy="2946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>
          <a:xfrm>
            <a:off x="8378960" y="1885513"/>
            <a:ext cx="2844800" cy="2511194"/>
          </a:xfrm>
        </p:spPr>
        <p:txBody>
          <a:bodyPr>
            <a:noAutofit/>
          </a:bodyPr>
          <a:p>
            <a:r>
              <a:rPr lang="zh-CN" altLang="en-US" sz="1000"/>
              <a:t>   现象：浏览器控制台报错</a:t>
            </a:r>
            <a:r>
              <a:rPr lang="en-US" altLang="zh-CN" sz="1000"/>
              <a:t> `Failed to fetch /api/users`</a:t>
            </a:r>
            <a:r>
              <a:rPr lang="zh-CN" altLang="en-US" sz="1000"/>
              <a:t>。</a:t>
            </a:r>
            <a:endParaRPr lang="zh-CN" altLang="en-US" sz="1000"/>
          </a:p>
          <a:p>
            <a:r>
              <a:rPr lang="en-US" altLang="zh-CN" sz="1000"/>
              <a:t>   </a:t>
            </a:r>
            <a:r>
              <a:rPr lang="zh-CN" altLang="en-US" sz="1000"/>
              <a:t>定位过程：检查容器网络（</a:t>
            </a:r>
            <a:r>
              <a:rPr lang="en-US" altLang="zh-CN" sz="1000"/>
              <a:t>`docker network inspect app-network`</a:t>
            </a:r>
            <a:r>
              <a:rPr lang="zh-CN" altLang="en-US" sz="1000"/>
              <a:t>），发现</a:t>
            </a:r>
            <a:r>
              <a:rPr lang="en-US" altLang="zh-CN" sz="1000"/>
              <a:t> backend </a:t>
            </a:r>
            <a:r>
              <a:rPr lang="zh-CN" altLang="en-US" sz="1000"/>
              <a:t>服务未正常启动</a:t>
            </a:r>
            <a:endParaRPr lang="zh-CN" altLang="en-US" sz="1000"/>
          </a:p>
          <a:p>
            <a:r>
              <a:rPr lang="en-US" altLang="zh-CN" sz="1000"/>
              <a:t>   </a:t>
            </a:r>
            <a:r>
              <a:rPr lang="zh-CN" altLang="en-US" sz="1000"/>
              <a:t>根因：后端依赖数据库，但数据库启动较慢导致</a:t>
            </a:r>
            <a:r>
              <a:rPr lang="en-US" altLang="zh-CN" sz="1000"/>
              <a:t> backend </a:t>
            </a:r>
            <a:r>
              <a:rPr lang="zh-CN" altLang="en-US" sz="1000"/>
              <a:t>连接失败。</a:t>
            </a:r>
            <a:endParaRPr lang="zh-CN" altLang="en-US" sz="1000"/>
          </a:p>
          <a:p>
            <a:r>
              <a:rPr lang="en-US" altLang="zh-CN" sz="1000"/>
              <a:t>   </a:t>
            </a:r>
            <a:r>
              <a:rPr lang="zh-CN" altLang="en-US" sz="1000"/>
              <a:t>解决方法：在</a:t>
            </a:r>
            <a:r>
              <a:rPr lang="en-US" altLang="zh-CN" sz="1000"/>
              <a:t> backend </a:t>
            </a:r>
            <a:r>
              <a:rPr lang="zh-CN" altLang="en-US" sz="1000"/>
              <a:t>服务中添加健康检查，或通过</a:t>
            </a:r>
            <a:r>
              <a:rPr lang="en-US" altLang="zh-CN" sz="1000"/>
              <a:t> `depends_on`</a:t>
            </a:r>
            <a:r>
              <a:rPr lang="zh-CN" altLang="en-US" sz="1000"/>
              <a:t>配合</a:t>
            </a:r>
            <a:r>
              <a:rPr lang="en-US" altLang="zh-CN" sz="1000"/>
              <a:t> `condition: service_healthy`</a:t>
            </a:r>
            <a:r>
              <a:rPr lang="zh-CN" altLang="en-US" sz="1000"/>
              <a:t>延迟启动（需</a:t>
            </a:r>
            <a:r>
              <a:rPr lang="en-US" altLang="zh-CN" sz="1000"/>
              <a:t> MySQL </a:t>
            </a:r>
            <a:r>
              <a:rPr lang="zh-CN" altLang="en-US" sz="1000"/>
              <a:t>配置健康检查）。</a:t>
            </a:r>
            <a:endParaRPr lang="zh-CN" altLang="en-US" sz="1000"/>
          </a:p>
          <a:p>
            <a:r>
              <a:rPr lang="en-US" altLang="zh-CN" sz="1000"/>
              <a:t>   </a:t>
            </a:r>
            <a:r>
              <a:rPr lang="zh-CN" altLang="en-US" sz="1000"/>
              <a:t>复盘与预防：多服务依赖需考虑服务启动顺序和健康状态，避免</a:t>
            </a:r>
            <a:r>
              <a:rPr lang="en-US" altLang="zh-CN" sz="1000"/>
              <a:t>“</a:t>
            </a:r>
            <a:r>
              <a:rPr lang="zh-CN" altLang="en-US" sz="1000"/>
              <a:t>假启动</a:t>
            </a:r>
            <a:r>
              <a:rPr lang="en-US" altLang="zh-CN" sz="1000"/>
              <a:t>”</a:t>
            </a:r>
            <a:r>
              <a:rPr lang="zh-CN" altLang="en-US" sz="1000"/>
              <a:t>。</a:t>
            </a:r>
            <a:endParaRPr lang="zh-CN" altLang="en-US" sz="10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1100" y="4662805"/>
            <a:ext cx="4768850" cy="19494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9840" y="4598035"/>
            <a:ext cx="4324350" cy="198882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4366260"/>
            <a:ext cx="4559300" cy="20510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880" y="127000"/>
            <a:ext cx="6324600" cy="3302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110" y="3614420"/>
            <a:ext cx="2870200" cy="12763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85" y="267970"/>
            <a:ext cx="5980430" cy="59378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文本框 23"/>
          <p:cNvSpPr txBox="1"/>
          <p:nvPr userDrawn="1"/>
        </p:nvSpPr>
        <p:spPr>
          <a:xfrm>
            <a:off x="156302" y="163898"/>
            <a:ext cx="4300855" cy="58356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accent1"/>
                </a:solidFill>
              </a:rPr>
              <a:t>7.</a:t>
            </a:r>
            <a:r>
              <a:rPr lang="zh-CN" altLang="en-US" sz="3200">
                <a:solidFill>
                  <a:schemeClr val="accent1"/>
                </a:solidFill>
              </a:rPr>
              <a:t>分工与贡献</a:t>
            </a:r>
            <a:endParaRPr lang="zh-CN" altLang="en-US" sz="3200">
              <a:solidFill>
                <a:schemeClr val="accent1"/>
              </a:solidFill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1828800" y="2476500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模块</a:t>
                      </a:r>
                      <a:r>
                        <a:rPr lang="en-US" altLang="zh-CN"/>
                        <a:t>/</a:t>
                      </a:r>
                      <a:r>
                        <a:rPr lang="zh-CN" altLang="en-US"/>
                        <a:t>任务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负责人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贡献说明（</a:t>
                      </a:r>
                      <a:r>
                        <a:rPr lang="en-US" altLang="zh-CN"/>
                        <a:t>commit/</a:t>
                      </a:r>
                      <a:r>
                        <a:rPr lang="zh-CN" altLang="en-US"/>
                        <a:t>截图</a:t>
                      </a:r>
                      <a:r>
                        <a:rPr lang="en-US" altLang="zh-CN"/>
                        <a:t>/</a:t>
                      </a:r>
                      <a:r>
                        <a:rPr lang="zh-CN" altLang="en-US"/>
                        <a:t>文档链接）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付波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夏晨博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200802" y="140224"/>
            <a:ext cx="2743513" cy="609600"/>
          </a:xfrm>
        </p:spPr>
        <p:txBody>
          <a:bodyPr>
            <a:noAutofit/>
          </a:bodyPr>
          <a:p>
            <a:r>
              <a:rPr lang="en-US" altLang="zh-CN" sz="3200">
                <a:solidFill>
                  <a:schemeClr val="accent1"/>
                </a:solidFill>
              </a:rPr>
              <a:t>8.</a:t>
            </a:r>
            <a:r>
              <a:rPr lang="zh-CN" altLang="en-US" sz="3200">
                <a:solidFill>
                  <a:schemeClr val="accent1"/>
                </a:solidFill>
              </a:rPr>
              <a:t>总结与展望</a:t>
            </a:r>
            <a:endParaRPr lang="zh-CN" altLang="en-US" sz="3200">
              <a:solidFill>
                <a:schemeClr val="accent1"/>
              </a:solidFill>
            </a:endParaRPr>
          </a:p>
        </p:txBody>
      </p:sp>
      <p:sp>
        <p:nvSpPr>
          <p:cNvPr id="37" name="装饰  6"/>
          <p:cNvSpPr>
            <a:spLocks noGrp="1"/>
          </p:cNvSpPr>
          <p:nvPr>
            <p:ph type="body" idx="16404"/>
            <p:custDataLst>
              <p:tags r:id="rId2"/>
            </p:custDataLst>
          </p:nvPr>
        </p:nvSpPr>
        <p:spPr>
          <a:xfrm>
            <a:off x="609671" y="1876823"/>
            <a:ext cx="914400" cy="914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8" name="文本占位符 37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>
          <a:xfrm>
            <a:off x="793821" y="2105423"/>
            <a:ext cx="546100" cy="457200"/>
          </a:xfrm>
        </p:spPr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>
          <a:xfrm>
            <a:off x="1778071" y="1775223"/>
            <a:ext cx="4089400" cy="406400"/>
          </a:xfrm>
        </p:spPr>
        <p:txBody>
          <a:bodyPr>
            <a:noAutofit/>
          </a:bodyPr>
          <a:p>
            <a:r>
              <a:rPr lang="zh-CN" altLang="en-US"/>
              <a:t>安全性薄弱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1778000" y="2283460"/>
            <a:ext cx="7585710" cy="609600"/>
          </a:xfrm>
        </p:spPr>
        <p:txBody>
          <a:bodyPr>
            <a:noAutofit/>
          </a:bodyPr>
          <a:p>
            <a:r>
              <a:rPr lang="zh-CN" altLang="en-US" sz="1300"/>
              <a:t>数据库密码明文存储在</a:t>
            </a:r>
            <a:r>
              <a:rPr lang="en-US" altLang="zh-CN" sz="1300"/>
              <a:t> `docker-compose.yml`</a:t>
            </a:r>
            <a:r>
              <a:rPr lang="zh-CN" altLang="en-US" sz="1300"/>
              <a:t>中，生产环境下存在泄露风险；未配置容器健康检查，服务异常后无法自动恢复。</a:t>
            </a:r>
            <a:endParaRPr lang="zh-CN" altLang="en-US" sz="1300"/>
          </a:p>
        </p:txBody>
      </p:sp>
      <p:sp>
        <p:nvSpPr>
          <p:cNvPr id="39" name="装饰  0"/>
          <p:cNvSpPr>
            <a:spLocks noGrp="1"/>
          </p:cNvSpPr>
          <p:nvPr>
            <p:ph type="body" idx="16406"/>
            <p:custDataLst>
              <p:tags r:id="rId6"/>
            </p:custDataLst>
          </p:nvPr>
        </p:nvSpPr>
        <p:spPr>
          <a:xfrm>
            <a:off x="609671" y="3451623"/>
            <a:ext cx="914400" cy="914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0" name="文本占位符 39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>
          <a:xfrm>
            <a:off x="793821" y="3680223"/>
            <a:ext cx="546100" cy="457200"/>
          </a:xfrm>
        </p:spPr>
        <p:txBody>
          <a:bodyPr/>
          <a:p>
            <a:r>
              <a:rPr lang="zh-CN" altLang="en-US"/>
              <a:t>0</a:t>
            </a:r>
            <a:r>
              <a:rPr lang="en-US" altLang="zh-CN">
                <a:cs typeface="Arial" panose="020B0604020202020204" pitchFamily="34" charset="0"/>
              </a:rPr>
              <a:t>2</a:t>
            </a:r>
            <a:endParaRPr lang="zh-CN" altLang="en-US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2"/>
            <p:custDataLst>
              <p:tags r:id="rId8"/>
            </p:custDataLst>
          </p:nvPr>
        </p:nvSpPr>
        <p:spPr>
          <a:xfrm>
            <a:off x="1778071" y="3350023"/>
            <a:ext cx="4089400" cy="406400"/>
          </a:xfrm>
        </p:spPr>
        <p:txBody>
          <a:bodyPr>
            <a:noAutofit/>
          </a:bodyPr>
          <a:p>
            <a:r>
              <a:rPr lang="zh-CN" altLang="en-US"/>
              <a:t>缺乏自动化能力</a:t>
            </a:r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/>
            <p:custDataLst>
              <p:tags r:id="rId9"/>
            </p:custDataLst>
          </p:nvPr>
        </p:nvSpPr>
        <p:spPr>
          <a:xfrm>
            <a:off x="1778000" y="3858260"/>
            <a:ext cx="7078345" cy="609600"/>
          </a:xfrm>
        </p:spPr>
        <p:txBody>
          <a:bodyPr>
            <a:noAutofit/>
          </a:bodyPr>
          <a:p>
            <a:r>
              <a:rPr lang="zh-CN" altLang="en-US" sz="1300"/>
              <a:t>镜像构建、服务部署依赖手动执行命令，无</a:t>
            </a:r>
            <a:r>
              <a:rPr lang="en-US" altLang="zh-CN" sz="1300"/>
              <a:t> CI/CD </a:t>
            </a:r>
            <a:r>
              <a:rPr lang="zh-CN" altLang="en-US" sz="1300"/>
              <a:t>流程支持，迭代效率低。</a:t>
            </a:r>
            <a:endParaRPr lang="zh-CN" altLang="en-US" sz="1300"/>
          </a:p>
        </p:txBody>
      </p:sp>
      <p:sp>
        <p:nvSpPr>
          <p:cNvPr id="43" name="装饰  8"/>
          <p:cNvSpPr>
            <a:spLocks noGrp="1"/>
          </p:cNvSpPr>
          <p:nvPr>
            <p:ph type="body" idx="16408"/>
            <p:custDataLst>
              <p:tags r:id="rId10"/>
            </p:custDataLst>
          </p:nvPr>
        </p:nvSpPr>
        <p:spPr>
          <a:xfrm>
            <a:off x="609671" y="5026423"/>
            <a:ext cx="914400" cy="914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4" name="文本占位符 43"/>
          <p:cNvSpPr>
            <a:spLocks noGrp="1"/>
          </p:cNvSpPr>
          <p:nvPr>
            <p:ph type="body" idx="16400"/>
            <p:custDataLst>
              <p:tags r:id="rId11"/>
            </p:custDataLst>
          </p:nvPr>
        </p:nvSpPr>
        <p:spPr>
          <a:xfrm>
            <a:off x="793821" y="5255023"/>
            <a:ext cx="546100" cy="457200"/>
          </a:xfrm>
        </p:spPr>
        <p:txBody>
          <a:bodyPr/>
          <a:p>
            <a:r>
              <a:rPr lang="zh-CN" altLang="en-US"/>
              <a:t>0</a:t>
            </a:r>
            <a:r>
              <a:rPr lang="en-US" altLang="zh-CN">
                <a:cs typeface="Arial" panose="020B0604020202020204" pitchFamily="34" charset="0"/>
              </a:rPr>
              <a:t>3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>
          <a:xfrm>
            <a:off x="1778071" y="4924823"/>
            <a:ext cx="4089400" cy="406400"/>
          </a:xfrm>
        </p:spPr>
        <p:txBody>
          <a:bodyPr>
            <a:noAutofit/>
          </a:bodyPr>
          <a:p>
            <a:r>
              <a:rPr lang="zh-CN" altLang="en-US"/>
              <a:t>监控与日志不完善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9"/>
            <p:custDataLst>
              <p:tags r:id="rId13"/>
            </p:custDataLst>
          </p:nvPr>
        </p:nvSpPr>
        <p:spPr>
          <a:xfrm>
            <a:off x="1778000" y="5433060"/>
            <a:ext cx="7585710" cy="609600"/>
          </a:xfrm>
        </p:spPr>
        <p:txBody>
          <a:bodyPr>
            <a:noAutofit/>
          </a:bodyPr>
          <a:p>
            <a:r>
              <a:rPr lang="zh-CN" altLang="en-US" sz="1300"/>
              <a:t>仅通过</a:t>
            </a:r>
            <a:r>
              <a:rPr lang="en-US" altLang="zh-CN" sz="1300"/>
              <a:t> `docker compose logs`</a:t>
            </a:r>
            <a:r>
              <a:rPr lang="zh-CN" altLang="en-US" sz="1300"/>
              <a:t>查看日志，无可视化监控工具（如</a:t>
            </a:r>
            <a:r>
              <a:rPr lang="en-US" altLang="zh-CN" sz="1300"/>
              <a:t> Prometheus + Grafana</a:t>
            </a:r>
            <a:r>
              <a:rPr lang="zh-CN" altLang="en-US" sz="1300"/>
              <a:t>），难以实时掌握服务状态。</a:t>
            </a:r>
            <a:endParaRPr lang="zh-CN" altLang="en-US" sz="1300"/>
          </a:p>
        </p:txBody>
      </p:sp>
      <p:sp>
        <p:nvSpPr>
          <p:cNvPr id="51" name="文本框 50"/>
          <p:cNvSpPr txBox="1"/>
          <p:nvPr userDrawn="1"/>
        </p:nvSpPr>
        <p:spPr>
          <a:xfrm>
            <a:off x="1986798" y="1051979"/>
            <a:ext cx="1457670" cy="40005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accent1"/>
                </a:solidFill>
              </a:rPr>
              <a:t>当前不足</a:t>
            </a:r>
            <a:endParaRPr lang="zh-CN" altLang="en-US" sz="2000">
              <a:solidFill>
                <a:schemeClr val="accent1"/>
              </a:solidFill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" name="装饰  6"/>
          <p:cNvSpPr>
            <a:spLocks noGrp="1"/>
          </p:cNvSpPr>
          <p:nvPr>
            <p:ph type="body" idx="16405"/>
            <p:custDataLst>
              <p:tags r:id="rId1"/>
            </p:custDataLst>
          </p:nvPr>
        </p:nvSpPr>
        <p:spPr>
          <a:xfrm>
            <a:off x="609671" y="1165623"/>
            <a:ext cx="914400" cy="914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8" name="文本占位符 4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93821" y="1394223"/>
            <a:ext cx="546100" cy="457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3600" b="0" kern="1200" spc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0</a:t>
            </a:r>
            <a:r>
              <a:rPr lang="en-US" altLang="zh-CN">
                <a:cs typeface="Arial" panose="020B0604020202020204" pitchFamily="34" charset="0"/>
              </a:rPr>
              <a:t>1</a:t>
            </a:r>
            <a:endParaRPr lang="zh-CN" altLang="en-US"/>
          </a:p>
        </p:txBody>
      </p:sp>
      <p:sp>
        <p:nvSpPr>
          <p:cNvPr id="49" name="文本占位符 4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778071" y="1064023"/>
            <a:ext cx="40894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性能优化</a:t>
            </a:r>
            <a:endParaRPr lang="zh-CN" altLang="en-US"/>
          </a:p>
        </p:txBody>
      </p:sp>
      <p:sp>
        <p:nvSpPr>
          <p:cNvPr id="50" name="文本占位符 4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778000" y="1572260"/>
            <a:ext cx="8178800" cy="609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00"/>
              <a:t>通过</a:t>
            </a:r>
            <a:r>
              <a:rPr lang="en-US" altLang="zh-CN" sz="1300"/>
              <a:t> Docker </a:t>
            </a:r>
            <a:r>
              <a:rPr lang="zh-CN" altLang="en-US" sz="1300"/>
              <a:t>资源限制（</a:t>
            </a:r>
            <a:r>
              <a:rPr lang="en-US" altLang="zh-CN" sz="1300"/>
              <a:t>`mem_limit`</a:t>
            </a:r>
            <a:r>
              <a:rPr lang="zh-CN" altLang="en-US" sz="1300"/>
              <a:t>、</a:t>
            </a:r>
            <a:r>
              <a:rPr lang="en-US" altLang="zh-CN" sz="1300"/>
              <a:t>`cpus`</a:t>
            </a:r>
            <a:r>
              <a:rPr lang="zh-CN" altLang="en-US" sz="1300"/>
              <a:t>）避免单个服务占用过多资源；使用</a:t>
            </a:r>
            <a:r>
              <a:rPr lang="en-US" altLang="zh-CN" sz="1300"/>
              <a:t> Nginx </a:t>
            </a:r>
            <a:r>
              <a:rPr lang="zh-CN" altLang="en-US" sz="1300"/>
              <a:t>反向代理实现负载均衡（多实例部署）。</a:t>
            </a:r>
            <a:endParaRPr lang="zh-CN" altLang="en-US" sz="1300"/>
          </a:p>
        </p:txBody>
      </p:sp>
      <p:sp>
        <p:nvSpPr>
          <p:cNvPr id="41" name="装饰  4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9671" y="2651523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2" name="文本占位符 4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93821" y="2880123"/>
            <a:ext cx="546100" cy="457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3600" b="0" kern="1200" spc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0</a:t>
            </a:r>
            <a:r>
              <a:rPr lang="en-US" altLang="zh-CN">
                <a:cs typeface="Arial" panose="020B0604020202020204" pitchFamily="34" charset="0"/>
              </a:rPr>
              <a:t>2</a:t>
            </a:r>
            <a:endParaRPr lang="zh-CN" altLang="en-US"/>
          </a:p>
        </p:txBody>
      </p:sp>
      <p:sp>
        <p:nvSpPr>
          <p:cNvPr id="35" name="文本占位符 3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778071" y="2549923"/>
            <a:ext cx="40894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可靠性提升</a:t>
            </a:r>
            <a:endParaRPr lang="zh-CN" altLang="en-US"/>
          </a:p>
        </p:txBody>
      </p:sp>
      <p:sp>
        <p:nvSpPr>
          <p:cNvPr id="36" name="文本占位符 3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778000" y="3058160"/>
            <a:ext cx="8178800" cy="609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00"/>
              <a:t>为所有服务配置健康检查（</a:t>
            </a:r>
            <a:r>
              <a:rPr lang="en-US" altLang="zh-CN" sz="1300"/>
              <a:t>`healthcheck`</a:t>
            </a:r>
            <a:r>
              <a:rPr lang="zh-CN" altLang="en-US" sz="1300"/>
              <a:t>），结合</a:t>
            </a:r>
            <a:r>
              <a:rPr lang="en-US" altLang="zh-CN" sz="1300"/>
              <a:t> `restart: on-failure`</a:t>
            </a:r>
            <a:r>
              <a:rPr lang="zh-CN" altLang="en-US" sz="1300"/>
              <a:t>实现异常自动重启；定期备份数据库数据卷。</a:t>
            </a:r>
            <a:endParaRPr lang="zh-CN" altLang="en-US" sz="1300"/>
          </a:p>
        </p:txBody>
      </p:sp>
      <p:sp>
        <p:nvSpPr>
          <p:cNvPr id="45" name="装饰  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09671" y="4137423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6" name="文本占位符 4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93821" y="4366023"/>
            <a:ext cx="546100" cy="457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3600" b="0" kern="1200" spc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0</a:t>
            </a:r>
            <a:r>
              <a:rPr lang="en-US" altLang="zh-CN">
                <a:cs typeface="Arial" panose="020B0604020202020204" pitchFamily="34" charset="0"/>
              </a:rPr>
              <a:t>3</a:t>
            </a:r>
            <a:endParaRPr lang="zh-CN" altLang="en-US"/>
          </a:p>
        </p:txBody>
      </p:sp>
      <p:sp>
        <p:nvSpPr>
          <p:cNvPr id="27" name="文本占位符 1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778071" y="4035823"/>
            <a:ext cx="40894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自动化与</a:t>
            </a:r>
            <a:r>
              <a:rPr lang="en-US" altLang="zh-CN"/>
              <a:t> DevOps</a:t>
            </a:r>
            <a:endParaRPr lang="zh-CN" altLang="en-US"/>
          </a:p>
        </p:txBody>
      </p:sp>
      <p:sp>
        <p:nvSpPr>
          <p:cNvPr id="28" name="文本占位符 1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778000" y="4544060"/>
            <a:ext cx="8179435" cy="609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00"/>
              <a:t>编写</a:t>
            </a:r>
            <a:r>
              <a:rPr lang="en-US" altLang="zh-CN" sz="1300"/>
              <a:t> Shell </a:t>
            </a:r>
            <a:r>
              <a:rPr lang="zh-CN" altLang="en-US" sz="1300"/>
              <a:t>脚本或</a:t>
            </a:r>
            <a:r>
              <a:rPr lang="en-US" altLang="zh-CN" sz="1300"/>
              <a:t> Makefile </a:t>
            </a:r>
            <a:r>
              <a:rPr lang="zh-CN" altLang="en-US" sz="1300"/>
              <a:t>实现</a:t>
            </a:r>
            <a:r>
              <a:rPr lang="en-US" altLang="zh-CN" sz="1300"/>
              <a:t>“</a:t>
            </a:r>
            <a:r>
              <a:rPr lang="zh-CN" altLang="en-US" sz="1300"/>
              <a:t>一键构建</a:t>
            </a:r>
            <a:r>
              <a:rPr lang="en-US" altLang="zh-CN" sz="1300"/>
              <a:t>-</a:t>
            </a:r>
            <a:r>
              <a:rPr lang="zh-CN" altLang="en-US" sz="1300"/>
              <a:t>部署</a:t>
            </a:r>
            <a:r>
              <a:rPr lang="en-US" altLang="zh-CN" sz="1300"/>
              <a:t>-</a:t>
            </a:r>
            <a:r>
              <a:rPr lang="zh-CN" altLang="en-US" sz="1300"/>
              <a:t>测试</a:t>
            </a:r>
            <a:r>
              <a:rPr lang="en-US" altLang="zh-CN" sz="1300"/>
              <a:t>”</a:t>
            </a:r>
            <a:r>
              <a:rPr lang="zh-CN" altLang="en-US" sz="1300"/>
              <a:t>；接入</a:t>
            </a:r>
            <a:r>
              <a:rPr lang="en-US" altLang="zh-CN" sz="1300"/>
              <a:t> GitHub Actions </a:t>
            </a:r>
            <a:r>
              <a:rPr lang="zh-CN" altLang="en-US" sz="1300"/>
              <a:t>实现代码提交后自动构建镜像并部署。</a:t>
            </a:r>
            <a:endParaRPr lang="zh-CN" altLang="en-US" sz="1300"/>
          </a:p>
        </p:txBody>
      </p:sp>
      <p:sp>
        <p:nvSpPr>
          <p:cNvPr id="53" name="文本框 52"/>
          <p:cNvSpPr txBox="1"/>
          <p:nvPr userDrawn="1"/>
        </p:nvSpPr>
        <p:spPr>
          <a:xfrm>
            <a:off x="2545956" y="340833"/>
            <a:ext cx="1243928" cy="40005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accent1"/>
                </a:solidFill>
              </a:rPr>
              <a:t>未来改进</a:t>
            </a:r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29" name="装饰  2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09671" y="5623323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0" name="文本占位符 45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93821" y="5851923"/>
            <a:ext cx="546100" cy="457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3600" b="0" kern="1200" spc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0</a:t>
            </a:r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31" name="文本占位符 12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1778071" y="5521723"/>
            <a:ext cx="40894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安全加固</a:t>
            </a:r>
            <a:endParaRPr lang="zh-CN" altLang="en-US"/>
          </a:p>
        </p:txBody>
      </p:sp>
      <p:sp>
        <p:nvSpPr>
          <p:cNvPr id="32" name="文本占位符 13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1778000" y="6029960"/>
            <a:ext cx="8179435" cy="609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00"/>
              <a:t>使用</a:t>
            </a:r>
            <a:r>
              <a:rPr lang="en-US" altLang="zh-CN" sz="1300"/>
              <a:t> Docker Secrets </a:t>
            </a:r>
            <a:r>
              <a:rPr lang="zh-CN" altLang="en-US" sz="1300"/>
              <a:t>管理敏感信息（如数据库密码）；限制容器权限（如</a:t>
            </a:r>
            <a:r>
              <a:rPr lang="en-US" altLang="zh-CN" sz="1300"/>
              <a:t> `--read-only`</a:t>
            </a:r>
            <a:r>
              <a:rPr lang="zh-CN" altLang="en-US" sz="1300"/>
              <a:t>挂载只读文件系统）；配置防火墙规则仅开放必要端口。</a:t>
            </a:r>
            <a:endParaRPr lang="zh-CN" altLang="en-US" sz="1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9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74cef561c7c6e6b5a2d4f566576d9714d5117c9"/>
  <p:tag name="KSO_WM_NEWLAYOUT_GROUP_ID" val="layout_27"/>
  <p:tag name="KSO_WM_NEWLAYOUT_ID" val="slide_bbec08b93f7bcfad"/>
</p:tagLst>
</file>

<file path=ppt/tags/tag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6bcc431506e2bd49ad2296ef4c0822741adfa1c"/>
  <p:tag name="KSO_WM_NEWLAYOUT_GROUP_ID" val="layout_35"/>
  <p:tag name="KSO_WM_NEWLAYOUT_ID" val="slide_1dc9fdfc3607bc18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54239d0da272a5ba43aa9cfb2ce8fd90191e887"/>
  <p:tag name="KSO_WM_NEWLAYOUT_GROUP_ID" val="layout_2"/>
  <p:tag name="KSO_WM_NEWLAYOUT_ID" val="slide_601b8a6f8f27b735"/>
</p:tagLst>
</file>

<file path=ppt/tags/tag2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d86ae69c358d332176dc966d93b98620890ba99"/>
  <p:tag name="KSO_WM_NEWLAYOUT_GROUP_ID" val="layout_59"/>
  <p:tag name="KSO_WM_NEWLAYOUT_ID" val="slide_bb541080977a002b"/>
</p:tagLst>
</file>

<file path=ppt/tags/tag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ace1ebbc43b39d918047fc636eb6fb6abc3c964"/>
  <p:tag name="KSO_WM_NEWLAYOUT_GROUP_ID" val="layout_48"/>
  <p:tag name="KSO_WM_NEWLAYOUT_ID" val="slide_f40f4095b76ee3a8"/>
</p:tagLst>
</file>

<file path=ppt/tags/tag4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d6842578b0303b9264392a521125f3c84d2b98a"/>
  <p:tag name="KSO_WM_NEWLAYOUT_GROUP_ID" val="layout_10012"/>
  <p:tag name="KSO_WM_NEWLAYOUT_ID" val="slide_ed19c0db6ed585c4"/>
</p:tagLst>
</file>

<file path=ppt/tags/tag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811945c8826a9c8bda2caa5b79ce4beec1a811c"/>
  <p:tag name="KSO_WM_NEWLAYOUT_GROUP_ID" val="layout_10009"/>
  <p:tag name="KSO_WM_NEWLAYOUT_ID" val="slide_2536ba00920a4d07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c06e41afd89de48e8a69002694777463dcdf2c6"/>
  <p:tag name="KSO_WM_NEWLAYOUT_GROUP_ID" val="layout_10007"/>
  <p:tag name="KSO_WM_NEWLAYOUT_ID" val="slide_a6198808599c094b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9e185653d279e2e779ecd94cd320aac9f8925be"/>
  <p:tag name="KSO_WM_NEWLAYOUT_GROUP_ID" val="layout_10013"/>
  <p:tag name="KSO_WM_NEWLAYOUT_ID" val="slide_8b398fc64e4c05a5"/>
</p:tagLst>
</file>

<file path=ppt/tags/tag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4c463a3bac5bc8cfb3d329df34358eaeb610b71"/>
  <p:tag name="KSO_WM_NEWLAYOUT_GROUP_ID" val="layout_10003"/>
  <p:tag name="KSO_WM_NEWLAYOUT_ID" val="slide_a1e31e139923f8f0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35eb84cf9750318457445c4b347e9c31902ee77"/>
  <p:tag name="KSO_WM_NEWLAYOUT_GROUP_ID" val="layout_38"/>
  <p:tag name="KSO_WM_NEWLAYOUT_ID" val="slide_602d535931c36a5c"/>
</p:tagLst>
</file>

<file path=ppt/tags/tag1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df3738ff1793dee8483a1b1ab0acfefa474f814"/>
  <p:tag name="KSO_WM_NEWLAYOUT_GROUP_ID" val="layout_42"/>
  <p:tag name="KSO_WM_NEWLAYOUT_ID" val="slide_dd2f059f6dfe3f3e"/>
</p:tagLst>
</file>

<file path=ppt/tags/tag1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1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252af3dc822560e668985f403a75de204b780b4"/>
  <p:tag name="KSO_WM_NEWLAYOUT_GROUP_ID" val="layout_51"/>
  <p:tag name="KSO_WM_NEWLAYOUT_ID" val="slide_5f9bbafbd906f1fe"/>
</p:tagLst>
</file>

<file path=ppt/tags/tag1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3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8545aeb81f66b4c3f6a60cb3b6c3a817e5dd38b"/>
  <p:tag name="KSO_WM_NEWLAYOUT_GROUP_ID" val="layout_30"/>
  <p:tag name="KSO_WM_NEWLAYOUT_ID" val="slide_5503ebf2133f2dbc"/>
</p:tagLst>
</file>

<file path=ppt/tags/tag1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4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5ea47619134f133974fb216f59851288918a2ee"/>
  <p:tag name="KSO_WM_NEWLAYOUT_GROUP_ID" val="layout_6"/>
  <p:tag name="KSO_WM_NEWLAYOUT_ID" val="slide_acc7948a249ecb22"/>
</p:tagLst>
</file>

<file path=ppt/tags/tag1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5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a34814e1e9589cf678c1ebdf46d87d0e65c17d"/>
  <p:tag name="KSO_WM_NEWLAYOUT_GROUP_ID" val="layout_26"/>
  <p:tag name="KSO_WM_NEWLAYOUT_ID" val="slide_4e8a2b389c8bbf30"/>
</p:tagLst>
</file>

<file path=ppt/tags/tag1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80b1161d2bd52e97d714177aabca06303cb5498"/>
  <p:tag name="KSO_WM_NEWLAYOUT_GROUP_ID" val="layout_34"/>
  <p:tag name="KSO_WM_NEWLAYOUT_ID" val="slide_ee1cf869270fa626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4e0305ffca367be0e659e57f68f149782559afe"/>
  <p:tag name="KSO_WM_NEWLAYOUT_GROUP_ID" val="layout_10004"/>
  <p:tag name="KSO_WM_NEWLAYOUT_ID" val="slide_c69ff2b91d1aabd5"/>
</p:tagLst>
</file>

<file path=ppt/tags/tag18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f89f6975430d5e5881fd0b6d99ff970eeeb497a"/>
  <p:tag name="KSO_WM_NEWLAYOUT_GROUP_ID" val="layout_1-5"/>
  <p:tag name="KSO_WM_NEWLAYOUT_ID" val="slide_61223ae7a7f7aefc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9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0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0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0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08.xml><?xml version="1.0" encoding="utf-8"?>
<p:tagLst xmlns:p="http://schemas.openxmlformats.org/presentationml/2006/main">
  <p:tag name="KSO_WM_UNIT_TYPE" val="a"/>
  <p:tag name="KSO_WM_UNIT_INDEX" val="1"/>
  <p:tag name="KSO_WM_UNIT_ID" val="_1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80859"/>
  <p:tag name="KSO_WM_TEMPLATE_CATEGORY" val="custom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859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859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859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859"/>
</p:tagLst>
</file>

<file path=ppt/tags/tag21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15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16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1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0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1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2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3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4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8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3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3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32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3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3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3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36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3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3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3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4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4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4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43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44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45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46.xml><?xml version="1.0" encoding="utf-8"?>
<p:tagLst xmlns:p="http://schemas.openxmlformats.org/presentationml/2006/main">
  <p:tag name="KSO_WM_UNIT_TYPE" val="f"/>
  <p:tag name="KSO_WM_BEAUTIFY_FLAG" val="#wm#"/>
  <p:tag name="KSO_WM_UNIT_INDEX" val="1"/>
  <p:tag name="KSO_WM_UNIT_SUBTYPE" val="c"/>
  <p:tag name="KSO_WM_UNIT_TEXT_TYPE" val="1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47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0d87cb0134f6ca5dd254d1d00c48ba5fb7187dae"/>
  <p:tag name="KSO_WM_NEWLAYOUT_ID" val="23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48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4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50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62fe93965f4fedf3295f04a5fc4cba78954b4a5b"/>
  <p:tag name="KSO_WM_NEWLAYOUT_ID" val="29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51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5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53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54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e1a7ecfff8cb40fa040a7b3b5c5c6f3d4c48faea"/>
  <p:tag name="KSO_WM_NEWLAYOUT_ID" val="35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0b65442bcb82c0ec6daba8578945f9a92faeb431"/>
  <p:tag name="KSO_WM_NEWLAYOUT_ID" val="1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5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6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6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6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4704ebf64a51f6276a9bb83e19548fa48e89a80"/>
  <p:tag name="KSO_WM_NEWLAYOUT_GROUP_ID" val="layout_10003"/>
  <p:tag name="KSO_WM_NEWLAYOUT_ID" val="slide_10cd397e0139f3d8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d87577b51a14b815e180ef6d36a8245ca0cfe8e"/>
  <p:tag name="KSO_WM_NEWLAYOUT_GROUP_ID" val="layout_10007"/>
  <p:tag name="KSO_WM_NEWLAYOUT_ID" val="slide_3769a8e1402e790d"/>
</p:tagLst>
</file>

<file path=ppt/tags/tag2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08fec91fcadbf4868e671ee38b2bd8be75d15cd"/>
  <p:tag name="KSO_WM_NEWLAYOUT_ID" val="slide_ba2b56ba259b4ce2"/>
</p:tagLst>
</file>

<file path=ppt/tags/tag28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2"/>
  <p:tag name="KSO_WM_UNIT_SUBTYPE" val="d"/>
  <p:tag name="KSO_WM_UNIT_TYPE" val="l_h_i"/>
</p:tagLst>
</file>

<file path=ppt/tags/tag2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2"/>
  <p:tag name="KSO_WM_UNIT_SUBTYPE" val="d"/>
  <p:tag name="KSO_WM_UNIT_TYPE" val="l_h_i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2"/>
  <p:tag name="KSO_WM_UNIT_SUBTYPE" val="d"/>
  <p:tag name="KSO_WM_UNIT_TYPE" val="l_h_i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9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2"/>
  <p:tag name="KSO_WM_UNIT_SUBTYPE" val="d"/>
  <p:tag name="KSO_WM_UNIT_TYPE" val="l_h_i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0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7b48e8fec3fd6f7662fb6cc0167e52e0860caca"/>
  <p:tag name="KSO_WM_NEWLAYOUT_ID" val="slide_77461ed9bbc0f139"/>
</p:tagLst>
</file>

<file path=ppt/tags/tag304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2"/>
  <p:tag name="KSO_WM_UNIT_SUBTYPE" val="d"/>
  <p:tag name="KSO_WM_UNIT_TYPE" val="l_h_i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08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2"/>
  <p:tag name="KSO_WM_UNIT_SUBTYPE" val="d"/>
  <p:tag name="KSO_WM_UNIT_TYPE" val="l_h_i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1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2"/>
  <p:tag name="KSO_WM_UNIT_SUBTYPE" val="d"/>
  <p:tag name="KSO_WM_UNIT_TYPE" val="l_h_i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1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3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2"/>
  <p:tag name="KSO_WM_UNIT_SUBTYPE" val="d"/>
  <p:tag name="KSO_WM_UNIT_TYPE" val="l_h_i"/>
</p:tagLst>
</file>

<file path=ppt/tags/tag3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2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1"/>
  <p:tag name="KSO_WM_UNIT_TYPE" val="l_h_i"/>
</p:tagLst>
</file>

<file path=ppt/tags/tag3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5_2"/>
  <p:tag name="KSO_WM_UNIT_SUBTYPE" val="d"/>
  <p:tag name="KSO_WM_UNIT_TYPE" val="l_h_i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3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13a127d3ce53b85f68980015911072b92cf9fa"/>
  <p:tag name="KSO_WM_NEWLAYOUT_ID" val="slide_807a315deef2817e"/>
</p:tagLst>
</file>

<file path=ppt/tags/tag32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2"/>
  <p:tag name="KSO_WM_UNIT_SUBTYPE" val="d"/>
  <p:tag name="KSO_WM_UNIT_TYPE" val="l_h_i"/>
</p:tagLst>
</file>

<file path=ppt/tags/tag3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2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2"/>
  <p:tag name="KSO_WM_UNIT_SUBTYPE" val="d"/>
  <p:tag name="KSO_WM_UNIT_TYPE" val="l_h_i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3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2"/>
  <p:tag name="KSO_WM_UNIT_SUBTYPE" val="d"/>
  <p:tag name="KSO_WM_UNIT_TYPE" val="l_h_i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3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3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2"/>
  <p:tag name="KSO_WM_UNIT_SUBTYPE" val="d"/>
  <p:tag name="KSO_WM_UNIT_TYPE" val="l_h_i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4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1"/>
  <p:tag name="KSO_WM_UNIT_TYPE" val="l_h_i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5_2"/>
  <p:tag name="KSO_WM_UNIT_SUBTYPE" val="d"/>
  <p:tag name="KSO_WM_UNIT_TYPE" val="l_h_i"/>
</p:tagLst>
</file>

<file path=ppt/tags/tag3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34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1"/>
  <p:tag name="KSO_WM_UNIT_TYPE" val="l_h_i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6_2"/>
  <p:tag name="KSO_WM_UNIT_SUBTYPE" val="d"/>
  <p:tag name="KSO_WM_UNIT_TYPE" val="l_h_i"/>
</p:tagLst>
</file>

<file path=ppt/tags/tag3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3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</p:tagLst>
</file>

<file path=ppt/tags/tag34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35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35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35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353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354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355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0859"/>
  <p:tag name="KSO_WM_TEMPLATE_CATEGORY" val="custom"/>
  <p:tag name="KSO_WM_TEMPLATE_MASTER_TYPE" val="0"/>
  <p:tag name="KSO_WM_TAG_VERSION" val="3.0"/>
</p:tagLst>
</file>

<file path=ppt/tags/tag356.xml><?xml version="1.0" encoding="utf-8"?>
<p:tagLst xmlns:p="http://schemas.openxmlformats.org/presentationml/2006/main">
  <p:tag name="KSO_WM_AITEMPLATE_STYLE_ID" val="69796625704"/>
</p:tagLst>
</file>

<file path=ppt/tags/tag357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0d87cb0134f6ca5dd254d1d00c48ba5fb7187dae"/>
  <p:tag name="KSO_WM_NEWLAYOUT_ID" val="23"/>
  <p:tag name="KSO_WM_UNIT_PRESET_TEXT" val="单击此处添加文档标题&#13;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358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UNIT_PRESET_TEXT" val="BY WPS&#13;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359.xml><?xml version="1.0" encoding="utf-8"?>
<p:tagLst xmlns:p="http://schemas.openxmlformats.org/presentationml/2006/main">
  <p:tag name="KSO_WM_SLIDE_ITEM_CNT" val="0"/>
  <p:tag name="KSO_WM_SLIDE_TYPE" val="title"/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0859"/>
  <p:tag name="KSO_WM_TEMPLATE_CATEGORY" val="custom"/>
  <p:tag name="KSO_WM_SLIDE_INDEX" val="1"/>
  <p:tag name="KSO_WM_SLIDE_ID" val="custom40480859_1"/>
  <p:tag name="KSO_WM_TEMPLATE_MASTER_TYPE" val="0"/>
  <p:tag name="KSO_WM_SLIDE_LAYOUT" val="a_f"/>
  <p:tag name="KSO_WM_SLIDE_LAYOUT_CNT" val="1_2"/>
  <p:tag name="KSO_WM_TAG_VERSION" val="3.0"/>
</p:tagLst>
</file>

<file path=ppt/tags/tag3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4e0305ffca367be0e659e57f68f149782559afe"/>
  <p:tag name="KSO_WM_NEWLAYOUT_GROUP_ID" val="layout_10004"/>
  <p:tag name="KSO_WM_NEWLAYOUT_ID" val="slide_c69ff2b91d1aabd5"/>
  <p:tag name="KSO_WM_UNIT_PRESET_TEXT" val="单击此处添加标题"/>
</p:tagLst>
</file>

<file path=ppt/tags/tag36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6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6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7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5704"/>
  <p:tag name="KSO_WM_TEMPLATE_SLIDE_ID" val="slide_c69ff2b91d1aabd5"/>
</p:tagLst>
</file>

<file path=ppt/tags/tag3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7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7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8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8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8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5704"/>
  <p:tag name="KSO_WM_TEMPLATE_SLIDE_ID" val="slide_4e8a2b389c8bbf30"/>
</p:tagLst>
</file>

<file path=ppt/tags/tag39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5704"/>
  <p:tag name="KSO_WM_TEMPLATE_SLIDE_ID" val="slide_5503ebf2133f2dbc"/>
</p:tagLst>
</file>

<file path=ppt/tags/tag391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62fe93965f4fedf3295f04a5fc4cba78954b4a5b"/>
  <p:tag name="KSO_WM_NEWLAYOUT_ID" val="29"/>
  <p:tag name="KSO_WM_UNIT_PRESET_TEXT" val="单击此处添加章节标题&#13;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392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&#13;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393.xml><?xml version="1.0" encoding="utf-8"?>
<p:tagLst xmlns:p="http://schemas.openxmlformats.org/presentationml/2006/main"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859"/>
  <p:tag name="KSO_WM_TEMPLATE_CATEGORY" val="custom"/>
  <p:tag name="KSO_WM_SLIDE_INDEX" val="3"/>
  <p:tag name="KSO_WM_SLIDE_ID" val="custom40480859_7"/>
  <p:tag name="KSO_WM_TEMPLATE_MASTER_TYPE" val="0"/>
  <p:tag name="KSO_WM_SLIDE_LAYOUT" val="a_e"/>
  <p:tag name="KSO_WM_SLIDE_LAYOUT_CNT" val="1_1"/>
  <p:tag name="KSO_WM_TAG_VERSION" val="3.0"/>
</p:tagLst>
</file>

<file path=ppt/tags/tag39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5704"/>
  <p:tag name="KSO_WM_TEMPLATE_SLIDE_ID" val="slide_dd2f059f6dfe3f3e"/>
</p:tagLst>
</file>

<file path=ppt/tags/tag395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62fe93965f4fedf3295f04a5fc4cba78954b4a5b"/>
  <p:tag name="KSO_WM_NEWLAYOUT_ID" val="29"/>
  <p:tag name="KSO_WM_UNIT_PRESET_TEXT" val="单击此处添加章节标题&#13;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396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&#13;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397.xml><?xml version="1.0" encoding="utf-8"?>
<p:tagLst xmlns:p="http://schemas.openxmlformats.org/presentationml/2006/main"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859"/>
  <p:tag name="KSO_WM_TEMPLATE_CATEGORY" val="custom"/>
  <p:tag name="KSO_WM_SLIDE_INDEX" val="3"/>
  <p:tag name="KSO_WM_SLIDE_ID" val="custom40480859_7"/>
  <p:tag name="KSO_WM_TEMPLATE_MASTER_TYPE" val="0"/>
  <p:tag name="KSO_WM_SLIDE_LAYOUT" val="a_e"/>
  <p:tag name="KSO_WM_SLIDE_LAYOUT_CNT" val="1_1"/>
  <p:tag name="KSO_WM_TAG_VERSION" val="3.0"/>
</p:tagLst>
</file>

<file path=ppt/tags/tag39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5704"/>
  <p:tag name="KSO_WM_TEMPLATE_SLIDE_ID" val="slide_8b398fc64e4c05a5"/>
</p:tagLst>
</file>

<file path=ppt/tags/tag3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4704ebf64a51f6276a9bb83e19548fa48e89a80"/>
  <p:tag name="KSO_WM_NEWLAYOUT_GROUP_ID" val="layout_10003"/>
  <p:tag name="KSO_WM_NEWLAYOUT_ID" val="slide_10cd397e0139f3d8"/>
  <p:tag name="KSO_WM_UNIT_PRESET_TEXT" val="单击此处添加标题"/>
</p:tagLst>
</file>

<file path=ppt/tags/tag4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0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0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0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0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5704"/>
  <p:tag name="KSO_WM_TEMPLATE_SLIDE_ID" val="slide_10cd397e0139f3d8"/>
</p:tagLst>
</file>

<file path=ppt/tags/tag41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5704"/>
  <p:tag name="KSO_WM_TEMPLATE_SLIDE_ID" val="slide_bb541080977a002b"/>
</p:tagLst>
</file>

<file path=ppt/tags/tag4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13a127d3ce53b85f68980015911072b92cf9fa"/>
  <p:tag name="KSO_WM_NEWLAYOUT_GROUP_ID" val="layout_27"/>
  <p:tag name="KSO_WM_NEWLAYOUT_ID" val="slide_807a315deef2817e"/>
  <p:tag name="KSO_WM_UNIT_PRESET_TEXT" val="单击此处添加标题"/>
</p:tagLst>
</file>

<file path=ppt/tags/tag41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2"/>
  <p:tag name="KSO_WM_UNIT_SUBTYPE" val="d"/>
  <p:tag name="KSO_WM_UNIT_TYPE" val="l_h_i"/>
</p:tagLst>
</file>

<file path=ppt/tags/tag4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1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4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2"/>
  <p:tag name="KSO_WM_UNIT_SUBTYPE" val="d"/>
  <p:tag name="KSO_WM_UNIT_TYPE" val="l_h_i"/>
</p:tagLst>
</file>

<file path=ppt/tags/tag4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2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1"/>
  <p:tag name="KSO_WM_UNIT_TYPE" val="l_h_i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5_2"/>
  <p:tag name="KSO_WM_UNIT_SUBTYPE" val="d"/>
  <p:tag name="KSO_WM_UNIT_TYPE" val="l_h_i"/>
</p:tagLst>
</file>

<file path=ppt/tags/tag4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</p:tagLst>
</file>

<file path=ppt/tags/tag4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  <p:tag name="KSO_WM_UNIT_PRESET_TEXT" val="单击此处添加项正文"/>
</p:tagLst>
</file>

<file path=ppt/tags/tag424.xml><?xml version="1.0" encoding="utf-8"?>
<p:tagLst xmlns:p="http://schemas.openxmlformats.org/presentationml/2006/main">
  <p:tag name="KSO_WM_SLIDE_CONTENT_ORIENTATION" val=""/>
  <p:tag name="KSO_WM_SLIDE_HAS_MASK" val="0"/>
  <p:tag name="KSO_WM_SLIDE_ITEM_CNT" val="6"/>
  <p:tag name="KSO_WM_SLIDE_TYPE" val="text"/>
  <p:tag name="KSO_WM_TEMPLATE_SUBCATEGORY" val="29"/>
  <p:tag name="KSO_WM_BEAUTIFY_FLAG" val="#wm#"/>
  <p:tag name="KSO_WM_TEMPLATE_FIGMA_ID" val="69796625704"/>
  <p:tag name="KSO_WM_TEMPLATE_SLIDE_ID" val="slide_807a315deef2817e"/>
</p:tagLst>
</file>

<file path=ppt/tags/tag42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2"/>
  <p:tag name="KSO_WM_UNIT_SUBTYPE" val="d"/>
  <p:tag name="KSO_WM_UNIT_TYPE" val="l_h_i"/>
</p:tagLst>
</file>

<file path=ppt/tags/tag4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2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4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2"/>
  <p:tag name="KSO_WM_UNIT_SUBTYPE" val="d"/>
  <p:tag name="KSO_WM_UNIT_TYPE" val="l_h_i"/>
</p:tagLst>
</file>

<file path=ppt/tags/tag4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43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1"/>
  <p:tag name="KSO_WM_UNIT_TYPE" val="l_h_i"/>
</p:tagLst>
</file>

<file path=ppt/tags/tag4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6_2"/>
  <p:tag name="KSO_WM_UNIT_SUBTYPE" val="d"/>
  <p:tag name="KSO_WM_UNIT_TYPE" val="l_h_i"/>
</p:tagLst>
</file>

<file path=ppt/tags/tag4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  <p:tag name="KSO_WM_UNIT_PRESET_TEXT" val="单击此处添加项标题"/>
</p:tagLst>
</file>

<file path=ppt/tags/tag4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  <p:tag name="KSO_WM_UNIT_PRESET_TEXT" val="单击此处添加项正文"/>
</p:tagLst>
</file>

<file path=ppt/tags/tag43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1"/>
  <p:tag name="KSO_WM_UNIT_TYPE" val="l_h_i"/>
</p:tagLst>
</file>

<file path=ppt/tags/tag4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6_2"/>
  <p:tag name="KSO_WM_UNIT_SUBTYPE" val="d"/>
  <p:tag name="KSO_WM_UNIT_TYPE" val="l_h_i"/>
</p:tagLst>
</file>

<file path=ppt/tags/tag4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  <p:tag name="KSO_WM_UNIT_PRESET_TEXT" val="单击此处添加项标题"/>
</p:tagLst>
</file>

<file path=ppt/tags/tag4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  <p:tag name="KSO_WM_UNIT_PRESET_TEXT" val="单击此处添加项正文"/>
</p:tagLst>
</file>

<file path=ppt/tags/tag441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UNIT_PRESET_TEXT" val="THE END&#13;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442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e1a7ecfff8cb40fa040a7b3b5c5c6f3d4c48faea"/>
  <p:tag name="KSO_WM_NEWLAYOUT_ID" val="35"/>
  <p:tag name="KSO_WM_UNIT_PRESET_TEXT" val="谢谢观看&#13;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443.xml><?xml version="1.0" encoding="utf-8"?>
<p:tagLst xmlns:p="http://schemas.openxmlformats.org/presentationml/2006/main">
  <p:tag name="KSO_WM_SLIDE_ITEM_CNT" val="0"/>
  <p:tag name="KSO_WM_SLIDE_TYPE" val="endPage"/>
  <p:tag name="KSO_WM_TEMPLATE_SUBCATEGORY" val="29"/>
  <p:tag name="KSO_WM_BEAUTIFY_FLAG" val="#wm#"/>
  <p:tag name="KSO_WM_TEMPLATE_SLIDE_ID" val="slide_47de9d0eaa58c516"/>
  <p:tag name="KSO_WM_TEMPLATE_INDEX" val="40480859"/>
  <p:tag name="KSO_WM_TEMPLATE_CATEGORY" val="custom"/>
  <p:tag name="KSO_WM_SLIDE_INDEX" val="5"/>
  <p:tag name="KSO_WM_SLIDE_ID" val="custom40480859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8">
      <a:dk1>
        <a:srgbClr val="000000"/>
      </a:dk1>
      <a:lt1>
        <a:srgbClr val="FFFFFF"/>
      </a:lt1>
      <a:dk2>
        <a:srgbClr val="193834"/>
      </a:dk2>
      <a:lt2>
        <a:srgbClr val="FFFFFF"/>
      </a:lt2>
      <a:accent1>
        <a:srgbClr val="6AB1AB"/>
      </a:accent1>
      <a:accent2>
        <a:srgbClr val="217ECE"/>
      </a:accent2>
      <a:accent3>
        <a:srgbClr val="1F97CD"/>
      </a:accent3>
      <a:accent4>
        <a:srgbClr val="9D93C0"/>
      </a:accent4>
      <a:accent5>
        <a:srgbClr val="C995B1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2430</Words>
  <Application>WPS 演示</Application>
  <PresentationFormat>宽屏</PresentationFormat>
  <Paragraphs>198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黑体</vt:lpstr>
      <vt:lpstr>Arial Unicode MS</vt:lpstr>
      <vt:lpstr>Calibri</vt:lpstr>
      <vt:lpstr>Office 主题</vt:lpstr>
      <vt:lpstr>1_Office 主题</vt:lpstr>
      <vt:lpstr>基于Docker的三层Web应用容器化部署项目汇报</vt:lpstr>
      <vt:lpstr>1.项目背景与目标</vt:lpstr>
      <vt:lpstr>PowerPoint 演示文稿</vt:lpstr>
      <vt:lpstr>PowerPoint 演示文稿</vt:lpstr>
      <vt:lpstr>关键实现</vt:lpstr>
      <vt:lpstr>PowerPoint 演示文稿</vt:lpstr>
      <vt:lpstr>PowerPoint 演示文稿</vt:lpstr>
      <vt:lpstr>验证结果</vt:lpstr>
      <vt:lpstr>PowerPoint 演示文稿</vt:lpstr>
      <vt:lpstr>6.排错与复盘</vt:lpstr>
      <vt:lpstr>PowerPoint 演示文稿</vt:lpstr>
      <vt:lpstr>PowerPoint 演示文稿</vt:lpstr>
      <vt:lpstr>8.总结与展望</vt:lpstr>
      <vt:lpstr>PowerPoint 演示文稿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基于Docker的三层Web应用容器化部署项目汇报</dc:title>
  <dc:creator/>
  <cp:lastModifiedBy>fly.</cp:lastModifiedBy>
  <cp:revision>10</cp:revision>
  <dcterms:created xsi:type="dcterms:W3CDTF">2026-01-03T10:26:00Z</dcterms:created>
  <dcterms:modified xsi:type="dcterms:W3CDTF">2026-01-03T11:37:50Z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349F423B8FA64F1BB4CFEC4B47AF95E5_13</vt:lpwstr>
  </property>
  <property fmtid="{D5CDD505-2E9C-101B-9397-08002B2CF9AE}" pid="4" name="KSOTemplateUUID">
    <vt:lpwstr>v1.0_ai_69796625704</vt:lpwstr>
  </property>
</Properties>
</file>